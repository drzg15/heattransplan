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734675" cy="5421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/>
    <p:restoredTop sz="94655"/>
  </p:normalViewPr>
  <p:slideViewPr>
    <p:cSldViewPr snapToGrid="0">
      <p:cViewPr varScale="1">
        <p:scale>
          <a:sx n="148" d="100"/>
          <a:sy n="148" d="100"/>
        </p:scale>
        <p:origin x="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1835" y="887238"/>
            <a:ext cx="8051006" cy="1887420"/>
          </a:xfrm>
        </p:spPr>
        <p:txBody>
          <a:bodyPr anchor="b"/>
          <a:lstStyle>
            <a:lvl1pPr algn="ctr">
              <a:defRPr sz="47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835" y="2847445"/>
            <a:ext cx="8051006" cy="1308895"/>
          </a:xfrm>
        </p:spPr>
        <p:txBody>
          <a:bodyPr/>
          <a:lstStyle>
            <a:lvl1pPr marL="0" indent="0" algn="ctr">
              <a:buNone/>
              <a:defRPr sz="1897"/>
            </a:lvl1pPr>
            <a:lvl2pPr marL="361417" indent="0" algn="ctr">
              <a:buNone/>
              <a:defRPr sz="1581"/>
            </a:lvl2pPr>
            <a:lvl3pPr marL="722833" indent="0" algn="ctr">
              <a:buNone/>
              <a:defRPr sz="1423"/>
            </a:lvl3pPr>
            <a:lvl4pPr marL="1084250" indent="0" algn="ctr">
              <a:buNone/>
              <a:defRPr sz="1265"/>
            </a:lvl4pPr>
            <a:lvl5pPr marL="1445666" indent="0" algn="ctr">
              <a:buNone/>
              <a:defRPr sz="1265"/>
            </a:lvl5pPr>
            <a:lvl6pPr marL="1807083" indent="0" algn="ctr">
              <a:buNone/>
              <a:defRPr sz="1265"/>
            </a:lvl6pPr>
            <a:lvl7pPr marL="2168500" indent="0" algn="ctr">
              <a:buNone/>
              <a:defRPr sz="1265"/>
            </a:lvl7pPr>
            <a:lvl8pPr marL="2529916" indent="0" algn="ctr">
              <a:buNone/>
              <a:defRPr sz="1265"/>
            </a:lvl8pPr>
            <a:lvl9pPr marL="2891333" indent="0" algn="ctr">
              <a:buNone/>
              <a:defRPr sz="126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1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418" y="1351564"/>
            <a:ext cx="9258657" cy="2255115"/>
          </a:xfrm>
        </p:spPr>
        <p:txBody>
          <a:bodyPr anchor="b"/>
          <a:lstStyle>
            <a:lvl1pPr>
              <a:defRPr sz="47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418" y="3628014"/>
            <a:ext cx="9258657" cy="1185912"/>
          </a:xfrm>
        </p:spPr>
        <p:txBody>
          <a:bodyPr/>
          <a:lstStyle>
            <a:lvl1pPr marL="0" indent="0">
              <a:buNone/>
              <a:defRPr sz="1897">
                <a:solidFill>
                  <a:schemeClr val="tx1">
                    <a:tint val="82000"/>
                  </a:schemeClr>
                </a:solidFill>
              </a:defRPr>
            </a:lvl1pPr>
            <a:lvl2pPr marL="361417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2pPr>
            <a:lvl3pPr marL="722833" indent="0">
              <a:buNone/>
              <a:defRPr sz="1423">
                <a:solidFill>
                  <a:schemeClr val="tx1">
                    <a:tint val="82000"/>
                  </a:schemeClr>
                </a:solidFill>
              </a:defRPr>
            </a:lvl3pPr>
            <a:lvl4pPr marL="1084250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4pPr>
            <a:lvl5pPr marL="1445666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5pPr>
            <a:lvl6pPr marL="1807083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6pPr>
            <a:lvl7pPr marL="2168500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7pPr>
            <a:lvl8pPr marL="2529916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8pPr>
            <a:lvl9pPr marL="2891333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4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8009" y="1443174"/>
            <a:ext cx="4562237" cy="3439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4429" y="1443174"/>
            <a:ext cx="4562237" cy="3439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1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07" y="288635"/>
            <a:ext cx="9258657" cy="1047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408" y="1328975"/>
            <a:ext cx="4541270" cy="651310"/>
          </a:xfrm>
        </p:spPr>
        <p:txBody>
          <a:bodyPr anchor="b"/>
          <a:lstStyle>
            <a:lvl1pPr marL="0" indent="0">
              <a:buNone/>
              <a:defRPr sz="1897" b="1"/>
            </a:lvl1pPr>
            <a:lvl2pPr marL="361417" indent="0">
              <a:buNone/>
              <a:defRPr sz="1581" b="1"/>
            </a:lvl2pPr>
            <a:lvl3pPr marL="722833" indent="0">
              <a:buNone/>
              <a:defRPr sz="1423" b="1"/>
            </a:lvl3pPr>
            <a:lvl4pPr marL="1084250" indent="0">
              <a:buNone/>
              <a:defRPr sz="1265" b="1"/>
            </a:lvl4pPr>
            <a:lvl5pPr marL="1445666" indent="0">
              <a:buNone/>
              <a:defRPr sz="1265" b="1"/>
            </a:lvl5pPr>
            <a:lvl6pPr marL="1807083" indent="0">
              <a:buNone/>
              <a:defRPr sz="1265" b="1"/>
            </a:lvl6pPr>
            <a:lvl7pPr marL="2168500" indent="0">
              <a:buNone/>
              <a:defRPr sz="1265" b="1"/>
            </a:lvl7pPr>
            <a:lvl8pPr marL="2529916" indent="0">
              <a:buNone/>
              <a:defRPr sz="1265" b="1"/>
            </a:lvl8pPr>
            <a:lvl9pPr marL="2891333" indent="0">
              <a:buNone/>
              <a:defRPr sz="12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9408" y="1980285"/>
            <a:ext cx="4541270" cy="2912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429" y="1328975"/>
            <a:ext cx="4563635" cy="651310"/>
          </a:xfrm>
        </p:spPr>
        <p:txBody>
          <a:bodyPr anchor="b"/>
          <a:lstStyle>
            <a:lvl1pPr marL="0" indent="0">
              <a:buNone/>
              <a:defRPr sz="1897" b="1"/>
            </a:lvl1pPr>
            <a:lvl2pPr marL="361417" indent="0">
              <a:buNone/>
              <a:defRPr sz="1581" b="1"/>
            </a:lvl2pPr>
            <a:lvl3pPr marL="722833" indent="0">
              <a:buNone/>
              <a:defRPr sz="1423" b="1"/>
            </a:lvl3pPr>
            <a:lvl4pPr marL="1084250" indent="0">
              <a:buNone/>
              <a:defRPr sz="1265" b="1"/>
            </a:lvl4pPr>
            <a:lvl5pPr marL="1445666" indent="0">
              <a:buNone/>
              <a:defRPr sz="1265" b="1"/>
            </a:lvl5pPr>
            <a:lvl6pPr marL="1807083" indent="0">
              <a:buNone/>
              <a:defRPr sz="1265" b="1"/>
            </a:lvl6pPr>
            <a:lvl7pPr marL="2168500" indent="0">
              <a:buNone/>
              <a:defRPr sz="1265" b="1"/>
            </a:lvl7pPr>
            <a:lvl8pPr marL="2529916" indent="0">
              <a:buNone/>
              <a:defRPr sz="1265" b="1"/>
            </a:lvl8pPr>
            <a:lvl9pPr marL="2891333" indent="0">
              <a:buNone/>
              <a:defRPr sz="12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429" y="1980285"/>
            <a:ext cx="4563635" cy="2912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9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1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9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07" y="361421"/>
            <a:ext cx="3462212" cy="1264973"/>
          </a:xfrm>
        </p:spPr>
        <p:txBody>
          <a:bodyPr anchor="b"/>
          <a:lstStyle>
            <a:lvl1pPr>
              <a:defRPr sz="25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3635" y="780569"/>
            <a:ext cx="5434429" cy="3852646"/>
          </a:xfrm>
        </p:spPr>
        <p:txBody>
          <a:bodyPr/>
          <a:lstStyle>
            <a:lvl1pPr>
              <a:defRPr sz="2530"/>
            </a:lvl1pPr>
            <a:lvl2pPr>
              <a:defRPr sz="2213"/>
            </a:lvl2pPr>
            <a:lvl3pPr>
              <a:defRPr sz="1897"/>
            </a:lvl3pPr>
            <a:lvl4pPr>
              <a:defRPr sz="1581"/>
            </a:lvl4pPr>
            <a:lvl5pPr>
              <a:defRPr sz="1581"/>
            </a:lvl5pPr>
            <a:lvl6pPr>
              <a:defRPr sz="1581"/>
            </a:lvl6pPr>
            <a:lvl7pPr>
              <a:defRPr sz="1581"/>
            </a:lvl7pPr>
            <a:lvl8pPr>
              <a:defRPr sz="1581"/>
            </a:lvl8pPr>
            <a:lvl9pPr>
              <a:defRPr sz="15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407" y="1626394"/>
            <a:ext cx="3462212" cy="3013096"/>
          </a:xfrm>
        </p:spPr>
        <p:txBody>
          <a:bodyPr/>
          <a:lstStyle>
            <a:lvl1pPr marL="0" indent="0">
              <a:buNone/>
              <a:defRPr sz="1265"/>
            </a:lvl1pPr>
            <a:lvl2pPr marL="361417" indent="0">
              <a:buNone/>
              <a:defRPr sz="1107"/>
            </a:lvl2pPr>
            <a:lvl3pPr marL="722833" indent="0">
              <a:buNone/>
              <a:defRPr sz="949"/>
            </a:lvl3pPr>
            <a:lvl4pPr marL="1084250" indent="0">
              <a:buNone/>
              <a:defRPr sz="791"/>
            </a:lvl4pPr>
            <a:lvl5pPr marL="1445666" indent="0">
              <a:buNone/>
              <a:defRPr sz="791"/>
            </a:lvl5pPr>
            <a:lvl6pPr marL="1807083" indent="0">
              <a:buNone/>
              <a:defRPr sz="791"/>
            </a:lvl6pPr>
            <a:lvl7pPr marL="2168500" indent="0">
              <a:buNone/>
              <a:defRPr sz="791"/>
            </a:lvl7pPr>
            <a:lvl8pPr marL="2529916" indent="0">
              <a:buNone/>
              <a:defRPr sz="791"/>
            </a:lvl8pPr>
            <a:lvl9pPr marL="2891333" indent="0">
              <a:buNone/>
              <a:defRPr sz="7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8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407" y="361421"/>
            <a:ext cx="3462212" cy="1264973"/>
          </a:xfrm>
        </p:spPr>
        <p:txBody>
          <a:bodyPr anchor="b"/>
          <a:lstStyle>
            <a:lvl1pPr>
              <a:defRPr sz="25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63635" y="780569"/>
            <a:ext cx="5434429" cy="3852646"/>
          </a:xfrm>
        </p:spPr>
        <p:txBody>
          <a:bodyPr anchor="t"/>
          <a:lstStyle>
            <a:lvl1pPr marL="0" indent="0">
              <a:buNone/>
              <a:defRPr sz="2530"/>
            </a:lvl1pPr>
            <a:lvl2pPr marL="361417" indent="0">
              <a:buNone/>
              <a:defRPr sz="2213"/>
            </a:lvl2pPr>
            <a:lvl3pPr marL="722833" indent="0">
              <a:buNone/>
              <a:defRPr sz="1897"/>
            </a:lvl3pPr>
            <a:lvl4pPr marL="1084250" indent="0">
              <a:buNone/>
              <a:defRPr sz="1581"/>
            </a:lvl4pPr>
            <a:lvl5pPr marL="1445666" indent="0">
              <a:buNone/>
              <a:defRPr sz="1581"/>
            </a:lvl5pPr>
            <a:lvl6pPr marL="1807083" indent="0">
              <a:buNone/>
              <a:defRPr sz="1581"/>
            </a:lvl6pPr>
            <a:lvl7pPr marL="2168500" indent="0">
              <a:buNone/>
              <a:defRPr sz="1581"/>
            </a:lvl7pPr>
            <a:lvl8pPr marL="2529916" indent="0">
              <a:buNone/>
              <a:defRPr sz="1581"/>
            </a:lvl8pPr>
            <a:lvl9pPr marL="2891333" indent="0">
              <a:buNone/>
              <a:defRPr sz="15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407" y="1626394"/>
            <a:ext cx="3462212" cy="3013096"/>
          </a:xfrm>
        </p:spPr>
        <p:txBody>
          <a:bodyPr/>
          <a:lstStyle>
            <a:lvl1pPr marL="0" indent="0">
              <a:buNone/>
              <a:defRPr sz="1265"/>
            </a:lvl1pPr>
            <a:lvl2pPr marL="361417" indent="0">
              <a:buNone/>
              <a:defRPr sz="1107"/>
            </a:lvl2pPr>
            <a:lvl3pPr marL="722833" indent="0">
              <a:buNone/>
              <a:defRPr sz="949"/>
            </a:lvl3pPr>
            <a:lvl4pPr marL="1084250" indent="0">
              <a:buNone/>
              <a:defRPr sz="791"/>
            </a:lvl4pPr>
            <a:lvl5pPr marL="1445666" indent="0">
              <a:buNone/>
              <a:defRPr sz="791"/>
            </a:lvl5pPr>
            <a:lvl6pPr marL="1807083" indent="0">
              <a:buNone/>
              <a:defRPr sz="791"/>
            </a:lvl6pPr>
            <a:lvl7pPr marL="2168500" indent="0">
              <a:buNone/>
              <a:defRPr sz="791"/>
            </a:lvl7pPr>
            <a:lvl8pPr marL="2529916" indent="0">
              <a:buNone/>
              <a:defRPr sz="791"/>
            </a:lvl8pPr>
            <a:lvl9pPr marL="2891333" indent="0">
              <a:buNone/>
              <a:defRPr sz="7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2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5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82002" y="288635"/>
            <a:ext cx="2314664" cy="45943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8009" y="288635"/>
            <a:ext cx="6809809" cy="45943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6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8009" y="288635"/>
            <a:ext cx="9258657" cy="1047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009" y="1443174"/>
            <a:ext cx="9258657" cy="3439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8009" y="5024754"/>
            <a:ext cx="2415302" cy="288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445F9-ED24-0A43-9ED8-895C6E337137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55861" y="5024754"/>
            <a:ext cx="3622953" cy="288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1364" y="5024754"/>
            <a:ext cx="2415302" cy="288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C1BA0-35A6-4C47-94C9-81DD1640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1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2833" rtl="0" eaLnBrk="1" latinLnBrk="0" hangingPunct="1">
        <a:lnSpc>
          <a:spcPct val="90000"/>
        </a:lnSpc>
        <a:spcBef>
          <a:spcPct val="0"/>
        </a:spcBef>
        <a:buNone/>
        <a:defRPr sz="34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708" indent="-180708" algn="l" defTabSz="722833" rtl="0" eaLnBrk="1" latinLnBrk="0" hangingPunct="1">
        <a:lnSpc>
          <a:spcPct val="90000"/>
        </a:lnSpc>
        <a:spcBef>
          <a:spcPts val="791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1pPr>
      <a:lvl2pPr marL="542125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7" kern="1200">
          <a:solidFill>
            <a:schemeClr val="tx1"/>
          </a:solidFill>
          <a:latin typeface="+mn-lt"/>
          <a:ea typeface="+mn-ea"/>
          <a:cs typeface="+mn-cs"/>
        </a:defRPr>
      </a:lvl2pPr>
      <a:lvl3pPr marL="903542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81" kern="1200">
          <a:solidFill>
            <a:schemeClr val="tx1"/>
          </a:solidFill>
          <a:latin typeface="+mn-lt"/>
          <a:ea typeface="+mn-ea"/>
          <a:cs typeface="+mn-cs"/>
        </a:defRPr>
      </a:lvl3pPr>
      <a:lvl4pPr marL="1264958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4pPr>
      <a:lvl5pPr marL="1626375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5pPr>
      <a:lvl6pPr marL="1987791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6pPr>
      <a:lvl7pPr marL="2349208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7pPr>
      <a:lvl8pPr marL="2710625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8pPr>
      <a:lvl9pPr marL="3072041" indent="-180708" algn="l" defTabSz="722833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1pPr>
      <a:lvl2pPr marL="361417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2pPr>
      <a:lvl3pPr marL="722833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3pPr>
      <a:lvl4pPr marL="1084250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4pPr>
      <a:lvl5pPr marL="1445666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5pPr>
      <a:lvl6pPr marL="1807083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6pPr>
      <a:lvl7pPr marL="2168500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7pPr>
      <a:lvl8pPr marL="2529916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8pPr>
      <a:lvl9pPr marL="2891333" algn="l" defTabSz="722833" rtl="0" eaLnBrk="1" latinLnBrk="0" hangingPunct="1">
        <a:defRPr sz="14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E29A0F0-7EEF-EE82-73E0-6D870606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6"/>
            <a:ext cx="10739067" cy="54197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A7368D-986A-0538-0A2B-78328AB618C3}"/>
              </a:ext>
            </a:extLst>
          </p:cNvPr>
          <p:cNvSpPr/>
          <p:nvPr/>
        </p:nvSpPr>
        <p:spPr>
          <a:xfrm>
            <a:off x="4147183" y="53570"/>
            <a:ext cx="886455" cy="237923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DA2F59-26B3-919B-79CE-3B6FFA6691AF}"/>
              </a:ext>
            </a:extLst>
          </p:cNvPr>
          <p:cNvSpPr/>
          <p:nvPr/>
        </p:nvSpPr>
        <p:spPr>
          <a:xfrm>
            <a:off x="5034258" y="188925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248150-1630-9626-7769-8DAE525E43B7}"/>
              </a:ext>
            </a:extLst>
          </p:cNvPr>
          <p:cNvGrpSpPr/>
          <p:nvPr/>
        </p:nvGrpSpPr>
        <p:grpSpPr>
          <a:xfrm>
            <a:off x="4524732" y="268308"/>
            <a:ext cx="1827671" cy="454042"/>
            <a:chOff x="42645" y="2439091"/>
            <a:chExt cx="1097471" cy="4358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508FDA-D54D-AF28-713A-CD9F492CB7D4}"/>
                </a:ext>
              </a:extLst>
            </p:cNvPr>
            <p:cNvSpPr/>
            <p:nvPr/>
          </p:nvSpPr>
          <p:spPr>
            <a:xfrm>
              <a:off x="42645" y="2641605"/>
              <a:ext cx="1039622" cy="23337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1C154E-8F06-FEFB-F4E5-38DC2B57AC52}"/>
                </a:ext>
              </a:extLst>
            </p:cNvPr>
            <p:cNvSpPr/>
            <p:nvPr/>
          </p:nvSpPr>
          <p:spPr>
            <a:xfrm>
              <a:off x="1024418" y="2439091"/>
              <a:ext cx="115698" cy="19896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CBC495-2B25-032C-65E7-0AB83704848A}"/>
              </a:ext>
            </a:extLst>
          </p:cNvPr>
          <p:cNvGrpSpPr/>
          <p:nvPr/>
        </p:nvGrpSpPr>
        <p:grpSpPr>
          <a:xfrm>
            <a:off x="138067" y="313893"/>
            <a:ext cx="675105" cy="400103"/>
            <a:chOff x="42645" y="2504406"/>
            <a:chExt cx="690276" cy="40909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F7145B-E75C-81CB-6CF3-8B20A7962187}"/>
                </a:ext>
              </a:extLst>
            </p:cNvPr>
            <p:cNvSpPr/>
            <p:nvPr/>
          </p:nvSpPr>
          <p:spPr>
            <a:xfrm>
              <a:off x="42645" y="2680130"/>
              <a:ext cx="651535" cy="23337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C11A354-7790-649F-9DEA-167ADDB496DA}"/>
                </a:ext>
              </a:extLst>
            </p:cNvPr>
            <p:cNvSpPr/>
            <p:nvPr/>
          </p:nvSpPr>
          <p:spPr>
            <a:xfrm>
              <a:off x="535914" y="2504406"/>
              <a:ext cx="197007" cy="16610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43B6FFD-F0E9-5B11-0C09-13CB139C462F}"/>
              </a:ext>
            </a:extLst>
          </p:cNvPr>
          <p:cNvSpPr/>
          <p:nvPr/>
        </p:nvSpPr>
        <p:spPr>
          <a:xfrm>
            <a:off x="0" y="-287"/>
            <a:ext cx="10735200" cy="542160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55B732-A779-7E30-21DB-397412790E3E}"/>
              </a:ext>
            </a:extLst>
          </p:cNvPr>
          <p:cNvSpPr/>
          <p:nvPr/>
        </p:nvSpPr>
        <p:spPr>
          <a:xfrm>
            <a:off x="10279208" y="506313"/>
            <a:ext cx="308240" cy="22824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55B220-94E0-452A-0AEE-21478F4B1D46}"/>
              </a:ext>
            </a:extLst>
          </p:cNvPr>
          <p:cNvSpPr/>
          <p:nvPr/>
        </p:nvSpPr>
        <p:spPr>
          <a:xfrm>
            <a:off x="10492069" y="291494"/>
            <a:ext cx="192677" cy="207255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582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CE62-9ABD-8AE8-46C4-208BD1FF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3644BC-1E3B-0A57-A75C-2B5EEE1C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53650" cy="54197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6BCF0D-11A2-9577-4CDD-85E3554CE2EE}"/>
              </a:ext>
            </a:extLst>
          </p:cNvPr>
          <p:cNvSpPr/>
          <p:nvPr/>
        </p:nvSpPr>
        <p:spPr>
          <a:xfrm>
            <a:off x="814204" y="474164"/>
            <a:ext cx="779951" cy="22824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D3D4CC-4F33-3714-82F2-89328A7627C5}"/>
              </a:ext>
            </a:extLst>
          </p:cNvPr>
          <p:cNvSpPr/>
          <p:nvPr/>
        </p:nvSpPr>
        <p:spPr>
          <a:xfrm>
            <a:off x="1514351" y="306773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65BE64-47CD-42A9-EF84-807945AB7B5A}"/>
              </a:ext>
            </a:extLst>
          </p:cNvPr>
          <p:cNvGrpSpPr/>
          <p:nvPr/>
        </p:nvGrpSpPr>
        <p:grpSpPr>
          <a:xfrm>
            <a:off x="1426409" y="641556"/>
            <a:ext cx="531148" cy="386015"/>
            <a:chOff x="99748" y="2528666"/>
            <a:chExt cx="318941" cy="37057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6ACE8A-A694-4C22-647C-B1E397288816}"/>
                </a:ext>
              </a:extLst>
            </p:cNvPr>
            <p:cNvSpPr/>
            <p:nvPr/>
          </p:nvSpPr>
          <p:spPr>
            <a:xfrm>
              <a:off x="99748" y="2680130"/>
              <a:ext cx="212701" cy="219114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9A86F4-A4DF-0363-6D25-7B42A037F051}"/>
                </a:ext>
              </a:extLst>
            </p:cNvPr>
            <p:cNvSpPr/>
            <p:nvPr/>
          </p:nvSpPr>
          <p:spPr>
            <a:xfrm>
              <a:off x="302991" y="2528666"/>
              <a:ext cx="115698" cy="19896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08FA44-9EC4-BB3F-6CB2-DC523F4A97E6}"/>
              </a:ext>
            </a:extLst>
          </p:cNvPr>
          <p:cNvGrpSpPr/>
          <p:nvPr/>
        </p:nvGrpSpPr>
        <p:grpSpPr>
          <a:xfrm>
            <a:off x="4954502" y="3870113"/>
            <a:ext cx="1268232" cy="491295"/>
            <a:chOff x="-283852" y="2652053"/>
            <a:chExt cx="1296732" cy="50233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D9C6E8-F2A6-67B7-B56D-C4620CA50AAE}"/>
                </a:ext>
              </a:extLst>
            </p:cNvPr>
            <p:cNvSpPr/>
            <p:nvPr/>
          </p:nvSpPr>
          <p:spPr>
            <a:xfrm>
              <a:off x="-283852" y="2652053"/>
              <a:ext cx="1190773" cy="328281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3F2D239-D2F4-4DDC-2F21-EB1A9AA67070}"/>
                </a:ext>
              </a:extLst>
            </p:cNvPr>
            <p:cNvSpPr/>
            <p:nvPr/>
          </p:nvSpPr>
          <p:spPr>
            <a:xfrm>
              <a:off x="815873" y="2988282"/>
              <a:ext cx="197007" cy="16610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89A19C7-AB8D-3511-1C44-C5DB59A6BF22}"/>
              </a:ext>
            </a:extLst>
          </p:cNvPr>
          <p:cNvSpPr/>
          <p:nvPr/>
        </p:nvSpPr>
        <p:spPr>
          <a:xfrm>
            <a:off x="0" y="-7774"/>
            <a:ext cx="10739067" cy="5419783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</p:spTree>
    <p:extLst>
      <p:ext uri="{BB962C8B-B14F-4D97-AF65-F5344CB8AC3E}">
        <p14:creationId xmlns:p14="http://schemas.microsoft.com/office/powerpoint/2010/main" val="3094091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74F4-95D9-D59C-39CA-5E521458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AE598B-000F-6876-42D3-95AE5D0D9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46518" cy="54560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685B8B-3A56-AF9E-58FC-63CCB0549E78}"/>
              </a:ext>
            </a:extLst>
          </p:cNvPr>
          <p:cNvSpPr/>
          <p:nvPr/>
        </p:nvSpPr>
        <p:spPr>
          <a:xfrm>
            <a:off x="1810440" y="1202267"/>
            <a:ext cx="449319" cy="22824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DADD4A-58D4-C9B3-5B5E-E0DEB33D343B}"/>
              </a:ext>
            </a:extLst>
          </p:cNvPr>
          <p:cNvSpPr/>
          <p:nvPr/>
        </p:nvSpPr>
        <p:spPr>
          <a:xfrm>
            <a:off x="2163691" y="1033115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6CCBA-D711-494E-18C1-B711F159108B}"/>
              </a:ext>
            </a:extLst>
          </p:cNvPr>
          <p:cNvSpPr/>
          <p:nvPr/>
        </p:nvSpPr>
        <p:spPr>
          <a:xfrm>
            <a:off x="0" y="0"/>
            <a:ext cx="10739067" cy="5399888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E8A49-6A73-637D-FD0F-A3B2D1A8C15D}"/>
              </a:ext>
            </a:extLst>
          </p:cNvPr>
          <p:cNvSpPr/>
          <p:nvPr/>
        </p:nvSpPr>
        <p:spPr>
          <a:xfrm>
            <a:off x="1074448" y="1206088"/>
            <a:ext cx="691390" cy="22824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9A5219-5ECB-C3A1-80ED-CB0E2EC8D831}"/>
              </a:ext>
            </a:extLst>
          </p:cNvPr>
          <p:cNvSpPr/>
          <p:nvPr/>
        </p:nvSpPr>
        <p:spPr>
          <a:xfrm>
            <a:off x="1330486" y="1031053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4083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465D-F67C-F02E-8ECB-E16D546D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5FC8E3-1476-F64D-EC01-E9D51A934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2" y="17252"/>
            <a:ext cx="10719550" cy="543838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1EAA4F0-4BAB-F06E-1939-03B473B426CC}"/>
              </a:ext>
            </a:extLst>
          </p:cNvPr>
          <p:cNvGrpSpPr/>
          <p:nvPr/>
        </p:nvGrpSpPr>
        <p:grpSpPr>
          <a:xfrm>
            <a:off x="221609" y="2045673"/>
            <a:ext cx="2023642" cy="2242450"/>
            <a:chOff x="51204" y="2628590"/>
            <a:chExt cx="238033" cy="5560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486E86-396A-AB17-4D3D-4FCA5C102E7C}"/>
                </a:ext>
              </a:extLst>
            </p:cNvPr>
            <p:cNvSpPr/>
            <p:nvPr/>
          </p:nvSpPr>
          <p:spPr>
            <a:xfrm>
              <a:off x="51204" y="2670095"/>
              <a:ext cx="238033" cy="514508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7D7FA2-8426-7B72-7283-06EE76D1872C}"/>
                </a:ext>
              </a:extLst>
            </p:cNvPr>
            <p:cNvSpPr/>
            <p:nvPr/>
          </p:nvSpPr>
          <p:spPr>
            <a:xfrm>
              <a:off x="139765" y="2628590"/>
              <a:ext cx="23539" cy="41505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AF8E1A7-13D5-4989-35D7-80118126B8A6}"/>
              </a:ext>
            </a:extLst>
          </p:cNvPr>
          <p:cNvSpPr/>
          <p:nvPr/>
        </p:nvSpPr>
        <p:spPr>
          <a:xfrm>
            <a:off x="-4392" y="17252"/>
            <a:ext cx="10739067" cy="539350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8DA95-1721-ECAD-B9D4-D696EC4709CC}"/>
              </a:ext>
            </a:extLst>
          </p:cNvPr>
          <p:cNvSpPr/>
          <p:nvPr/>
        </p:nvSpPr>
        <p:spPr>
          <a:xfrm>
            <a:off x="221613" y="1794625"/>
            <a:ext cx="1111996" cy="16739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3A9FD8-BDDA-6635-D3BD-481E9DDCCB32}"/>
              </a:ext>
            </a:extLst>
          </p:cNvPr>
          <p:cNvSpPr/>
          <p:nvPr/>
        </p:nvSpPr>
        <p:spPr>
          <a:xfrm>
            <a:off x="995845" y="1627236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196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D2EF-473C-B7C5-655D-22D3F196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840B1B-B8C7-C16B-C9D2-49AED9A0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79" y="42651"/>
            <a:ext cx="10743454" cy="5336010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BF7CDCC-ABCE-0D83-7CED-8F13666C97A2}"/>
              </a:ext>
            </a:extLst>
          </p:cNvPr>
          <p:cNvGrpSpPr/>
          <p:nvPr/>
        </p:nvGrpSpPr>
        <p:grpSpPr>
          <a:xfrm>
            <a:off x="191670" y="978745"/>
            <a:ext cx="2919268" cy="1895866"/>
            <a:chOff x="51204" y="2628590"/>
            <a:chExt cx="343382" cy="47007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4965D6-B3FD-C581-4002-6F78A4409750}"/>
                </a:ext>
              </a:extLst>
            </p:cNvPr>
            <p:cNvSpPr/>
            <p:nvPr/>
          </p:nvSpPr>
          <p:spPr>
            <a:xfrm>
              <a:off x="51204" y="2670095"/>
              <a:ext cx="343382" cy="428573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DBACCA-0DEB-C611-651B-5B49A73252FF}"/>
                </a:ext>
              </a:extLst>
            </p:cNvPr>
            <p:cNvSpPr/>
            <p:nvPr/>
          </p:nvSpPr>
          <p:spPr>
            <a:xfrm>
              <a:off x="139765" y="2628590"/>
              <a:ext cx="23539" cy="41505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E650DCE-5AE1-06E2-5A28-C876A6A7BF42}"/>
              </a:ext>
            </a:extLst>
          </p:cNvPr>
          <p:cNvSpPr/>
          <p:nvPr/>
        </p:nvSpPr>
        <p:spPr>
          <a:xfrm>
            <a:off x="-8777" y="42651"/>
            <a:ext cx="10739067" cy="529129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7C7F1-B074-F5A7-C910-27D01CC47778}"/>
              </a:ext>
            </a:extLst>
          </p:cNvPr>
          <p:cNvSpPr/>
          <p:nvPr/>
        </p:nvSpPr>
        <p:spPr>
          <a:xfrm>
            <a:off x="5148671" y="140012"/>
            <a:ext cx="954600" cy="16739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C7974C-9F3F-DE36-62C2-575B1D02C168}"/>
              </a:ext>
            </a:extLst>
          </p:cNvPr>
          <p:cNvSpPr/>
          <p:nvPr/>
        </p:nvSpPr>
        <p:spPr>
          <a:xfrm>
            <a:off x="6101764" y="125927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C3176C-43FD-8CBA-0CB5-2907F4311F74}"/>
              </a:ext>
            </a:extLst>
          </p:cNvPr>
          <p:cNvSpPr/>
          <p:nvPr/>
        </p:nvSpPr>
        <p:spPr>
          <a:xfrm>
            <a:off x="3464396" y="1146141"/>
            <a:ext cx="1875914" cy="214368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7C80B9-AC7E-FE8D-AFA4-4F487CC45780}"/>
              </a:ext>
            </a:extLst>
          </p:cNvPr>
          <p:cNvSpPr/>
          <p:nvPr/>
        </p:nvSpPr>
        <p:spPr>
          <a:xfrm>
            <a:off x="5149911" y="968106"/>
            <a:ext cx="200117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661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D0ED-916A-5011-A864-C842F1D4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504E34-D3BC-F261-E3F5-5E8A743E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2" y="25879"/>
            <a:ext cx="10739067" cy="543405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32D8B4D-90E6-4F5C-97F0-0720F66609F1}"/>
              </a:ext>
            </a:extLst>
          </p:cNvPr>
          <p:cNvGrpSpPr/>
          <p:nvPr/>
        </p:nvGrpSpPr>
        <p:grpSpPr>
          <a:xfrm>
            <a:off x="113021" y="2883638"/>
            <a:ext cx="5176311" cy="2452703"/>
            <a:chOff x="44442" y="2670095"/>
            <a:chExt cx="608869" cy="60814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03EF8E-C0AE-7A7F-5864-B8521D4653EE}"/>
                </a:ext>
              </a:extLst>
            </p:cNvPr>
            <p:cNvSpPr/>
            <p:nvPr/>
          </p:nvSpPr>
          <p:spPr>
            <a:xfrm>
              <a:off x="44442" y="2670095"/>
              <a:ext cx="608869" cy="608145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F8D1384-DD39-4AEC-D73B-13EC1A0A6417}"/>
                </a:ext>
              </a:extLst>
            </p:cNvPr>
            <p:cNvSpPr/>
            <p:nvPr/>
          </p:nvSpPr>
          <p:spPr>
            <a:xfrm>
              <a:off x="264847" y="2678281"/>
              <a:ext cx="23539" cy="41505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0CD8A43-EF88-2663-8C65-13A00E02857B}"/>
              </a:ext>
            </a:extLst>
          </p:cNvPr>
          <p:cNvSpPr/>
          <p:nvPr/>
        </p:nvSpPr>
        <p:spPr>
          <a:xfrm>
            <a:off x="-4392" y="25878"/>
            <a:ext cx="10739067" cy="538072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B2F87-7829-79D0-5D11-C632519F7116}"/>
              </a:ext>
            </a:extLst>
          </p:cNvPr>
          <p:cNvSpPr/>
          <p:nvPr/>
        </p:nvSpPr>
        <p:spPr>
          <a:xfrm>
            <a:off x="113021" y="971505"/>
            <a:ext cx="10470037" cy="184186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3A8A19-8169-F26E-2707-2A941C4E9444}"/>
              </a:ext>
            </a:extLst>
          </p:cNvPr>
          <p:cNvSpPr/>
          <p:nvPr/>
        </p:nvSpPr>
        <p:spPr>
          <a:xfrm>
            <a:off x="10271034" y="1034084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4CABF5-BB5C-8352-6FA0-2D82E6E492EE}"/>
              </a:ext>
            </a:extLst>
          </p:cNvPr>
          <p:cNvSpPr/>
          <p:nvPr/>
        </p:nvSpPr>
        <p:spPr>
          <a:xfrm>
            <a:off x="5512905" y="2916653"/>
            <a:ext cx="5070153" cy="241968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875CFC-238C-5BBB-8A19-3A11EBCC377F}"/>
              </a:ext>
            </a:extLst>
          </p:cNvPr>
          <p:cNvSpPr/>
          <p:nvPr/>
        </p:nvSpPr>
        <p:spPr>
          <a:xfrm>
            <a:off x="10352790" y="2947380"/>
            <a:ext cx="200117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686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C18D-DFCA-9138-21E3-8AEC30A0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F5E740-D583-8586-0989-72755B5D0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" y="25878"/>
            <a:ext cx="10663570" cy="531045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8E67CF6-45C7-DDAE-83E9-41F68DACC811}"/>
              </a:ext>
            </a:extLst>
          </p:cNvPr>
          <p:cNvGrpSpPr/>
          <p:nvPr/>
        </p:nvGrpSpPr>
        <p:grpSpPr>
          <a:xfrm>
            <a:off x="101513" y="1520494"/>
            <a:ext cx="4351214" cy="3815843"/>
            <a:chOff x="51204" y="2670095"/>
            <a:chExt cx="511816" cy="94613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901A84-52C6-E055-388E-5C1F6474D042}"/>
                </a:ext>
              </a:extLst>
            </p:cNvPr>
            <p:cNvSpPr/>
            <p:nvPr/>
          </p:nvSpPr>
          <p:spPr>
            <a:xfrm>
              <a:off x="51204" y="2670095"/>
              <a:ext cx="511816" cy="946134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6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69626FB-7F27-8E27-AC33-56A61926EDCD}"/>
                </a:ext>
              </a:extLst>
            </p:cNvPr>
            <p:cNvSpPr/>
            <p:nvPr/>
          </p:nvSpPr>
          <p:spPr>
            <a:xfrm>
              <a:off x="536230" y="2677795"/>
              <a:ext cx="23539" cy="41505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76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B6C3F01-1904-FE70-892A-B52CE3627BC3}"/>
              </a:ext>
            </a:extLst>
          </p:cNvPr>
          <p:cNvSpPr/>
          <p:nvPr/>
        </p:nvSpPr>
        <p:spPr>
          <a:xfrm>
            <a:off x="10722" y="25878"/>
            <a:ext cx="10739067" cy="538072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91EE47-1569-922E-2DDD-D1681777F271}"/>
              </a:ext>
            </a:extLst>
          </p:cNvPr>
          <p:cNvSpPr/>
          <p:nvPr/>
        </p:nvSpPr>
        <p:spPr>
          <a:xfrm>
            <a:off x="101515" y="437745"/>
            <a:ext cx="10413313" cy="104670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638F41-9117-A3D5-0449-0F425D94A88A}"/>
              </a:ext>
            </a:extLst>
          </p:cNvPr>
          <p:cNvSpPr/>
          <p:nvPr/>
        </p:nvSpPr>
        <p:spPr>
          <a:xfrm>
            <a:off x="10516110" y="356976"/>
            <a:ext cx="180368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D8C3EE-A19E-1F28-EF4A-11A52833212C}"/>
              </a:ext>
            </a:extLst>
          </p:cNvPr>
          <p:cNvSpPr/>
          <p:nvPr/>
        </p:nvSpPr>
        <p:spPr>
          <a:xfrm>
            <a:off x="5052613" y="1520496"/>
            <a:ext cx="5457389" cy="2397735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F94803-F9BC-4E93-C4A5-A2BDA8E2220A}"/>
              </a:ext>
            </a:extLst>
          </p:cNvPr>
          <p:cNvSpPr/>
          <p:nvPr/>
        </p:nvSpPr>
        <p:spPr>
          <a:xfrm>
            <a:off x="10524898" y="2947380"/>
            <a:ext cx="200117" cy="16739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6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387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20</Words>
  <Application>Microsoft Macintosh PowerPoint</Application>
  <PresentationFormat>Custom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Zapata Gonzalez</dc:creator>
  <cp:lastModifiedBy>David Zapata Gonzalez</cp:lastModifiedBy>
  <cp:revision>10</cp:revision>
  <dcterms:created xsi:type="dcterms:W3CDTF">2026-09-14T08:37:20Z</dcterms:created>
  <dcterms:modified xsi:type="dcterms:W3CDTF">2026-09-14T12:50:37Z</dcterms:modified>
</cp:coreProperties>
</file>