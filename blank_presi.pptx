
<file path=[Content_Types].xml><?xml version="1.0" encoding="utf-8"?>
<Types xmlns="http://schemas.openxmlformats.org/package/2006/content-types">
  <Default Extension="emf" ContentType="image/x-emf"/>
  <Default Extension="rels" ContentType="application/vnd.openxmlformats-package.relationships+xml"/>
  <Default Extension="svg" ContentType="image/sv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7F7F7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64"/>
    <p:restoredTop sz="88364"/>
  </p:normalViewPr>
  <p:slideViewPr>
    <p:cSldViewPr snapToGrid="0" showGuides="1">
      <p:cViewPr varScale="1">
        <p:scale>
          <a:sx n="108" d="100"/>
          <a:sy n="108" d="100"/>
        </p:scale>
        <p:origin x="1248" y="19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Buildings</c:v>
                </c:pt>
              </c:strCache>
            </c:strRef>
          </c:tx>
          <c:spPr>
            <a:ln w="47625">
              <a:noFill/>
            </a:ln>
          </c:spPr>
          <c:marker>
            <c:symbol val="circle"/>
            <c:size val="9"/>
            <c:spPr>
              <a:solidFill>
                <a:srgbClr val="23A9C9"/>
              </a:solidFill>
              <a:ln>
                <a:noFill/>
              </a:ln>
            </c:spPr>
          </c:marker>
          <c:xVal>
            <c:numRef>
              <c:f>Sheet1!$A$2:$A$35</c:f>
              <c:numCache>
                <c:formatCode>General</c:formatCode>
                <c:ptCount val="34"/>
                <c:pt idx="0">
                  <c:v>113.3</c:v>
                </c:pt>
                <c:pt idx="1">
                  <c:v>164.5</c:v>
                </c:pt>
                <c:pt idx="2">
                  <c:v>167.6</c:v>
                </c:pt>
                <c:pt idx="3">
                  <c:v>197.2</c:v>
                </c:pt>
                <c:pt idx="4">
                  <c:v>116.3</c:v>
                </c:pt>
                <c:pt idx="5">
                  <c:v>145.80000000000001</c:v>
                </c:pt>
                <c:pt idx="6">
                  <c:v>197.1</c:v>
                </c:pt>
                <c:pt idx="7">
                  <c:v>101.1</c:v>
                </c:pt>
                <c:pt idx="8">
                  <c:v>168.9</c:v>
                </c:pt>
                <c:pt idx="9">
                  <c:v>183.8</c:v>
                </c:pt>
                <c:pt idx="10">
                  <c:v>174</c:v>
                </c:pt>
                <c:pt idx="11">
                  <c:v>162.80000000000001</c:v>
                </c:pt>
                <c:pt idx="12">
                  <c:v>122.2</c:v>
                </c:pt>
                <c:pt idx="13">
                  <c:v>146.19999999999999</c:v>
                </c:pt>
                <c:pt idx="14">
                  <c:v>180.6</c:v>
                </c:pt>
                <c:pt idx="15">
                  <c:v>209</c:v>
                </c:pt>
                <c:pt idx="16">
                  <c:v>135.30000000000001</c:v>
                </c:pt>
                <c:pt idx="17">
                  <c:v>211</c:v>
                </c:pt>
                <c:pt idx="18">
                  <c:v>203</c:v>
                </c:pt>
                <c:pt idx="19">
                  <c:v>110.4</c:v>
                </c:pt>
                <c:pt idx="20">
                  <c:v>215.2</c:v>
                </c:pt>
                <c:pt idx="21">
                  <c:v>122.1</c:v>
                </c:pt>
                <c:pt idx="22">
                  <c:v>151</c:v>
                </c:pt>
                <c:pt idx="23">
                  <c:v>161.9</c:v>
                </c:pt>
                <c:pt idx="24">
                  <c:v>161.80000000000001</c:v>
                </c:pt>
                <c:pt idx="25">
                  <c:v>210.1</c:v>
                </c:pt>
                <c:pt idx="26">
                  <c:v>199.9</c:v>
                </c:pt>
                <c:pt idx="27">
                  <c:v>102.8</c:v>
                </c:pt>
                <c:pt idx="28">
                  <c:v>200.5</c:v>
                </c:pt>
                <c:pt idx="29">
                  <c:v>159.69999999999999</c:v>
                </c:pt>
                <c:pt idx="30">
                  <c:v>179.9</c:v>
                </c:pt>
                <c:pt idx="31">
                  <c:v>160.30000000000001</c:v>
                </c:pt>
                <c:pt idx="32">
                  <c:v>119.9</c:v>
                </c:pt>
                <c:pt idx="33">
                  <c:v>218.6</c:v>
                </c:pt>
              </c:numCache>
            </c:numRef>
          </c:xVal>
          <c:yVal>
            <c:numRef>
              <c:f>Sheet1!$B$2:$B$35</c:f>
              <c:numCache>
                <c:formatCode>General</c:formatCode>
                <c:ptCount val="34"/>
                <c:pt idx="0">
                  <c:v>14.1</c:v>
                </c:pt>
                <c:pt idx="1">
                  <c:v>36</c:v>
                </c:pt>
                <c:pt idx="2">
                  <c:v>39.6</c:v>
                </c:pt>
                <c:pt idx="3">
                  <c:v>49.4</c:v>
                </c:pt>
                <c:pt idx="4">
                  <c:v>22.7</c:v>
                </c:pt>
                <c:pt idx="5">
                  <c:v>50.7</c:v>
                </c:pt>
                <c:pt idx="6">
                  <c:v>40.5</c:v>
                </c:pt>
                <c:pt idx="7">
                  <c:v>16.600000000000001</c:v>
                </c:pt>
                <c:pt idx="8">
                  <c:v>44</c:v>
                </c:pt>
                <c:pt idx="9">
                  <c:v>38.9</c:v>
                </c:pt>
                <c:pt idx="10">
                  <c:v>50.2</c:v>
                </c:pt>
                <c:pt idx="11">
                  <c:v>40.9</c:v>
                </c:pt>
                <c:pt idx="12">
                  <c:v>34.6</c:v>
                </c:pt>
                <c:pt idx="13">
                  <c:v>33.5</c:v>
                </c:pt>
                <c:pt idx="14">
                  <c:v>50.1</c:v>
                </c:pt>
                <c:pt idx="15">
                  <c:v>46.6</c:v>
                </c:pt>
                <c:pt idx="16">
                  <c:v>29.4</c:v>
                </c:pt>
                <c:pt idx="17">
                  <c:v>47.7</c:v>
                </c:pt>
                <c:pt idx="18">
                  <c:v>53.7</c:v>
                </c:pt>
                <c:pt idx="19">
                  <c:v>20.5</c:v>
                </c:pt>
                <c:pt idx="20">
                  <c:v>47.6</c:v>
                </c:pt>
                <c:pt idx="21">
                  <c:v>26</c:v>
                </c:pt>
                <c:pt idx="22">
                  <c:v>28.7</c:v>
                </c:pt>
                <c:pt idx="23">
                  <c:v>40.299999999999997</c:v>
                </c:pt>
                <c:pt idx="24">
                  <c:v>44.1</c:v>
                </c:pt>
                <c:pt idx="25">
                  <c:v>48.4</c:v>
                </c:pt>
                <c:pt idx="26">
                  <c:v>58.9</c:v>
                </c:pt>
                <c:pt idx="27">
                  <c:v>15.5</c:v>
                </c:pt>
                <c:pt idx="28">
                  <c:v>62.9</c:v>
                </c:pt>
                <c:pt idx="29">
                  <c:v>33</c:v>
                </c:pt>
                <c:pt idx="30">
                  <c:v>45.7</c:v>
                </c:pt>
                <c:pt idx="31">
                  <c:v>47.1</c:v>
                </c:pt>
                <c:pt idx="32">
                  <c:v>32.799999999999997</c:v>
                </c:pt>
                <c:pt idx="33">
                  <c:v>61.1</c:v>
                </c:pt>
              </c:numCache>
            </c:numRef>
          </c:yVal>
          <c:smooth val="0"/>
          <c:extLst>
            <c:ext xmlns:c16="http://schemas.microsoft.com/office/drawing/2014/chart" uri="{C3380CC4-5D6E-409C-BE32-E72D297353CC}">
              <c16:uniqueId val="{00000000-77A5-DC4D-8358-34B09925E590}"/>
            </c:ext>
          </c:extLst>
        </c:ser>
        <c:dLbls>
          <c:showLegendKey val="0"/>
          <c:showVal val="0"/>
          <c:showCatName val="0"/>
          <c:showSerName val="0"/>
          <c:showPercent val="0"/>
          <c:showBubbleSize val="0"/>
        </c:dLbls>
        <c:axId val="-2128940872"/>
        <c:axId val="-2129643912"/>
      </c:scatterChart>
      <c:valAx>
        <c:axId val="-2128940872"/>
        <c:scaling>
          <c:orientation val="minMax"/>
          <c:max val="240"/>
          <c:min val="60"/>
        </c:scaling>
        <c:delete val="0"/>
        <c:axPos val="b"/>
        <c:title>
          <c:tx>
            <c:rich>
              <a:bodyPr/>
              <a:lstStyle/>
              <a:p>
                <a:r>
                  <a:rPr sz="1200" b="0">
                    <a:solidFill>
                      <a:srgbClr val="555B6E"/>
                    </a:solidFill>
                    <a:latin typeface="Segoe UI"/>
                  </a:rPr>
                  <a:t>Consumption before retrofit (outcome), kWh/m² a</a:t>
                </a:r>
              </a:p>
            </c:rich>
          </c:tx>
          <c:overlay val="0"/>
        </c:title>
        <c:numFmt formatCode="General" sourceLinked="1"/>
        <c:majorTickMark val="out"/>
        <c:minorTickMark val="none"/>
        <c:tickLblPos val="nextTo"/>
        <c:txPr>
          <a:bodyPr/>
          <a:lstStyle/>
          <a:p>
            <a:pPr>
              <a:defRPr sz="1100">
                <a:solidFill>
                  <a:srgbClr val="555B6E"/>
                </a:solidFill>
              </a:defRPr>
            </a:pPr>
            <a:endParaRPr lang="en-US"/>
          </a:p>
        </c:txPr>
        <c:crossAx val="-2129643912"/>
        <c:crosses val="autoZero"/>
        <c:crossBetween val="midCat"/>
      </c:valAx>
      <c:valAx>
        <c:axId val="-2129643912"/>
        <c:scaling>
          <c:orientation val="minMax"/>
        </c:scaling>
        <c:delete val="0"/>
        <c:axPos val="l"/>
        <c:majorGridlines>
          <c:spPr>
            <a:ln>
              <a:solidFill>
                <a:srgbClr val="E3E6EE"/>
              </a:solidFill>
            </a:ln>
          </c:spPr>
        </c:majorGridlines>
        <c:title>
          <c:tx>
            <c:rich>
              <a:bodyPr/>
              <a:lstStyle/>
              <a:p>
                <a:r>
                  <a:rPr sz="1200" b="0">
                    <a:solidFill>
                      <a:srgbClr val="555B6E"/>
                    </a:solidFill>
                    <a:latin typeface="Segoe UI"/>
                  </a:rPr>
                  <a:t>kWh savings from retrofit (effect), kWh/m² a</a:t>
                </a:r>
              </a:p>
            </c:rich>
          </c:tx>
          <c:overlay val="0"/>
        </c:title>
        <c:numFmt formatCode="General" sourceLinked="1"/>
        <c:majorTickMark val="out"/>
        <c:minorTickMark val="none"/>
        <c:tickLblPos val="nextTo"/>
        <c:txPr>
          <a:bodyPr/>
          <a:lstStyle/>
          <a:p>
            <a:pPr>
              <a:defRPr sz="1100">
                <a:solidFill>
                  <a:srgbClr val="555B6E"/>
                </a:solidFil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Kopfzeilenplatzhalt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de-DE"/>
          </a:p>
        </p:txBody>
      </p:sp>
      <p:sp>
        <p:nvSpPr>
          <p:cNvPr id="3" name="Datumsplatzhalt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F734DC2-F4A3-487F-A853-E94100C7FD08}" type="datetimeFigureOut">
              <a:rPr lang="de-DE"/>
              <a:t>30.10.26</a:t>
            </a:fld>
            <a:endParaRPr lang="de-DE"/>
          </a:p>
        </p:txBody>
      </p:sp>
      <p:sp>
        <p:nvSpPr>
          <p:cNvPr id="4" name="Folienbildplatzhalt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de-DE"/>
          </a:p>
        </p:txBody>
      </p:sp>
      <p:sp>
        <p:nvSpPr>
          <p:cNvPr id="5" name="Notizenplatzhalt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6" name="Fußzeilenplatzhalt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de-DE"/>
          </a:p>
        </p:txBody>
      </p:sp>
      <p:sp>
        <p:nvSpPr>
          <p:cNvPr id="7" name="Foliennummernplatzhalt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D787C65E-FDFD-458B-8035-0633D3E759F3}" type="slidenum">
              <a:rPr lang="de-DE"/>
              <a:t>‹#›</a:t>
            </a:fld>
            <a:endParaRPr lang="de-DE"/>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Reading notes built from tier-2 readings: Elmachtoub &amp; Grigas 2020, Mandi et al. 2024, Hu, Kallus &amp; Mao 2021, Fernandez-Loria &amp; Provost 2022 (two papers).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Toy numbers. The multiple-choice knapsack is weakly NP-hard; solved exactly with MILP or dynamic programming.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Toy numbers, equal costs per building. Elmachtoub &amp; Grigas p. 13: a wrong order costs the distance between the true values.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Case B has the smallest mean absolute error and the only regret; case C the largest error and none. Mandi et al. 2024 p. 1629: errors that do not change the solution do not affect the task loss. Elmachtoub &amp; Grigas p. 12: the SPO loss is invariant to positive scaling. An added constant would not be harmless once costs differ.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Illustration with invented values. Hu, Kallus and Mao average over many independent problems; our knapsack is one large coupled instance, so their rate is a mechanism, not a proof for our case.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objective a prediction only competes with other predictions, so a shared error cancels (Elmachtoub &amp; Grigas p. 12, scale invariance). In a constraint it is compared with a fixed real number S, so nothing cancels. Picking the overestimated buildings (optimizer's curse) makes a target shortfall systematic. To test in the simulation: run both formulations with S-learner and DML.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Their three conditions: a different threshold partly corrects the bias; estimates for one counterfactual are noisy; outcomes and effects are correlated. An S-learner counts as an effect model in their terms (footnote 6), so this does not directly explain S-learner vs DML.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elfolie">
    <p:spTree>
      <p:nvGrpSpPr>
        <p:cNvPr id="1" name=""/>
        <p:cNvGrpSpPr/>
        <p:nvPr/>
      </p:nvGrpSpPr>
      <p:grpSpPr bwMode="auto">
        <a:xfrm>
          <a:off x="0" y="0"/>
          <a:ext cx="0" cy="0"/>
          <a:chOff x="0" y="0"/>
          <a:chExt cx="0" cy="0"/>
        </a:xfrm>
      </p:grpSpPr>
      <p:grpSp>
        <p:nvGrpSpPr>
          <p:cNvPr id="46" name="Grafik"/>
          <p:cNvGrpSpPr>
            <a:grpSpLocks noGrp="1" noUngrp="1" noRot="1" noChangeAspect="1" noMove="1" noResize="1"/>
          </p:cNvGrpSpPr>
          <p:nvPr userDrawn="1"/>
        </p:nvGrpSpPr>
        <p:grpSpPr bwMode="auto">
          <a:xfrm>
            <a:off x="9383713" y="315913"/>
            <a:ext cx="2808287" cy="6542087"/>
            <a:chOff x="5911" y="199"/>
            <a:chExt cx="1769" cy="4121"/>
          </a:xfrm>
        </p:grpSpPr>
        <p:sp>
          <p:nvSpPr>
            <p:cNvPr id="48" name="Freeform 5"/>
            <p:cNvSpPr>
              <a:spLocks noGrp="1" noRot="1" noMove="1" noResize="1" noEditPoints="1" noAdjustHandles="1" noChangeArrowheads="1" noChangeShapeType="1"/>
            </p:cNvSpPr>
            <p:nvPr userDrawn="1"/>
          </p:nvSpPr>
          <p:spPr bwMode="auto">
            <a:xfrm>
              <a:off x="6543" y="297"/>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9" name="Freeform 6"/>
            <p:cNvSpPr>
              <a:spLocks noGrp="1" noRot="1" noMove="1" noResize="1" noEditPoints="1" noAdjustHandles="1" noChangeArrowheads="1" noChangeShapeType="1"/>
            </p:cNvSpPr>
            <p:nvPr userDrawn="1"/>
          </p:nvSpPr>
          <p:spPr bwMode="auto">
            <a:xfrm>
              <a:off x="6922" y="29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0" name="Freeform 7"/>
            <p:cNvSpPr>
              <a:spLocks noGrp="1" noRot="1" noMove="1" noResize="1" noEditPoints="1" noAdjustHandles="1" noChangeArrowheads="1" noChangeShapeType="1"/>
            </p:cNvSpPr>
            <p:nvPr userDrawn="1"/>
          </p:nvSpPr>
          <p:spPr bwMode="auto">
            <a:xfrm>
              <a:off x="6922"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1" name="Freeform 8"/>
            <p:cNvSpPr>
              <a:spLocks noGrp="1" noRot="1" noMove="1" noResize="1" noEditPoints="1" noAdjustHandles="1" noChangeArrowheads="1" noChangeShapeType="1"/>
            </p:cNvSpPr>
            <p:nvPr userDrawn="1"/>
          </p:nvSpPr>
          <p:spPr bwMode="auto">
            <a:xfrm>
              <a:off x="7048" y="493"/>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2" name="Freeform 9"/>
            <p:cNvSpPr>
              <a:spLocks noGrp="1" noRot="1" noMove="1" noResize="1" noEditPoints="1" noAdjustHandles="1" noChangeArrowheads="1" noChangeShapeType="1"/>
            </p:cNvSpPr>
            <p:nvPr userDrawn="1"/>
          </p:nvSpPr>
          <p:spPr bwMode="auto">
            <a:xfrm>
              <a:off x="7301" y="199"/>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3" name="Freeform 10"/>
            <p:cNvSpPr>
              <a:spLocks noGrp="1" noRot="1" noMove="1" noResize="1" noEditPoints="1" noAdjustHandles="1" noChangeArrowheads="1" noChangeShapeType="1"/>
            </p:cNvSpPr>
            <p:nvPr userDrawn="1"/>
          </p:nvSpPr>
          <p:spPr bwMode="auto">
            <a:xfrm>
              <a:off x="7301"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181C62"/>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4" name="Freeform 11"/>
            <p:cNvSpPr>
              <a:spLocks noGrp="1" noRot="1" noMove="1" noResize="1" noEditPoints="1" noAdjustHandles="1" noChangeArrowheads="1" noChangeShapeType="1"/>
            </p:cNvSpPr>
            <p:nvPr userDrawn="1"/>
          </p:nvSpPr>
          <p:spPr bwMode="auto">
            <a:xfrm>
              <a:off x="7175" y="592"/>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5" name="Freeform 12"/>
            <p:cNvSpPr>
              <a:spLocks noGrp="1" noRot="1" noMove="1" noResize="1" noEditPoints="1" noAdjustHandles="1" noChangeArrowheads="1" noChangeShapeType="1"/>
            </p:cNvSpPr>
            <p:nvPr userDrawn="1"/>
          </p:nvSpPr>
          <p:spPr bwMode="auto">
            <a:xfrm>
              <a:off x="7301"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6" name="Freeform 13"/>
            <p:cNvSpPr>
              <a:spLocks noGrp="1" noRot="1" noMove="1" noResize="1" noEditPoints="1" noAdjustHandles="1" noChangeArrowheads="1" noChangeShapeType="1"/>
            </p:cNvSpPr>
            <p:nvPr userDrawn="1"/>
          </p:nvSpPr>
          <p:spPr bwMode="auto">
            <a:xfrm>
              <a:off x="7175"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7" name="Freeform 14"/>
            <p:cNvSpPr>
              <a:spLocks noGrp="1" noRot="1" noMove="1" noResize="1" noEditPoints="1" noAdjustHandles="1" noChangeArrowheads="1" noChangeShapeType="1"/>
            </p:cNvSpPr>
            <p:nvPr userDrawn="1"/>
          </p:nvSpPr>
          <p:spPr bwMode="auto">
            <a:xfrm>
              <a:off x="7427" y="395"/>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8" name="Freeform 15"/>
            <p:cNvSpPr>
              <a:spLocks noGrp="1" noRot="1" noMove="1" noResize="1" noEditPoints="1" noAdjustHandles="1" noChangeArrowheads="1" noChangeShapeType="1"/>
            </p:cNvSpPr>
            <p:nvPr userDrawn="1"/>
          </p:nvSpPr>
          <p:spPr bwMode="auto">
            <a:xfrm>
              <a:off x="6796"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9" name="Freeform 16"/>
            <p:cNvSpPr>
              <a:spLocks noGrp="1" noRot="1" noMove="1" noResize="1" noEditPoints="1" noAdjustHandles="1" noChangeArrowheads="1" noChangeShapeType="1"/>
            </p:cNvSpPr>
            <p:nvPr userDrawn="1"/>
          </p:nvSpPr>
          <p:spPr bwMode="auto">
            <a:xfrm>
              <a:off x="6669" y="3437"/>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0" name="Freeform 17"/>
            <p:cNvSpPr>
              <a:spLocks noGrp="1" noRot="1" noMove="1" noResize="1" noEditPoints="1" noAdjustHandles="1" noChangeArrowheads="1" noChangeShapeType="1"/>
            </p:cNvSpPr>
            <p:nvPr userDrawn="1"/>
          </p:nvSpPr>
          <p:spPr bwMode="auto">
            <a:xfrm>
              <a:off x="6417"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1" name="Freeform 18"/>
            <p:cNvSpPr>
              <a:spLocks noGrp="1" noRot="1" noMove="1" noResize="1" noEditPoints="1" noAdjustHandles="1" noChangeArrowheads="1" noChangeShapeType="1"/>
            </p:cNvSpPr>
            <p:nvPr userDrawn="1"/>
          </p:nvSpPr>
          <p:spPr bwMode="auto">
            <a:xfrm>
              <a:off x="6543" y="4026"/>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2" name="Freeform 19"/>
            <p:cNvSpPr>
              <a:spLocks noGrp="1" noRot="1" noMove="1" noResize="1" noEditPoints="1" noAdjustHandles="1" noChangeArrowheads="1" noChangeShapeType="1"/>
            </p:cNvSpPr>
            <p:nvPr userDrawn="1"/>
          </p:nvSpPr>
          <p:spPr bwMode="auto">
            <a:xfrm>
              <a:off x="7301" y="37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3" name="Freeform 20"/>
            <p:cNvSpPr>
              <a:spLocks noGrp="1" noRot="1" noMove="1" noResize="1" noEditPoints="1" noAdjustHandles="1" noChangeArrowheads="1" noChangeShapeType="1"/>
            </p:cNvSpPr>
            <p:nvPr userDrawn="1"/>
          </p:nvSpPr>
          <p:spPr bwMode="auto">
            <a:xfrm>
              <a:off x="7427" y="4026"/>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4" name="Freeform 21"/>
            <p:cNvSpPr>
              <a:spLocks noGrp="1" noRot="1" noMove="1" noResize="1" noEditPoints="1" noAdjustHandles="1" noChangeArrowheads="1" noChangeShapeType="1"/>
            </p:cNvSpPr>
            <p:nvPr userDrawn="1"/>
          </p:nvSpPr>
          <p:spPr bwMode="auto">
            <a:xfrm>
              <a:off x="7427" y="3829"/>
              <a:ext cx="127"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5" name="Freeform 22"/>
            <p:cNvSpPr>
              <a:spLocks noGrp="1" noRot="1" noMove="1" noResize="1" noEditPoints="1" noAdjustHandles="1" noChangeArrowheads="1" noChangeShapeType="1"/>
            </p:cNvSpPr>
            <p:nvPr userDrawn="1"/>
          </p:nvSpPr>
          <p:spPr bwMode="auto">
            <a:xfrm>
              <a:off x="7301" y="3829"/>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6" name="Freeform 23"/>
            <p:cNvSpPr>
              <a:spLocks noGrp="1" noRot="1" noMove="1" noResize="1" noEditPoints="1" noAdjustHandles="1" noChangeArrowheads="1" noChangeShapeType="1"/>
            </p:cNvSpPr>
            <p:nvPr userDrawn="1"/>
          </p:nvSpPr>
          <p:spPr bwMode="auto">
            <a:xfrm>
              <a:off x="7175"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7" name="Freeform 24"/>
            <p:cNvSpPr>
              <a:spLocks noGrp="1" noRot="1" noMove="1" noResize="1" noEditPoints="1" noAdjustHandles="1" noChangeArrowheads="1" noChangeShapeType="1"/>
            </p:cNvSpPr>
            <p:nvPr userDrawn="1"/>
          </p:nvSpPr>
          <p:spPr bwMode="auto">
            <a:xfrm>
              <a:off x="7175" y="392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8" name="Freeform 25"/>
            <p:cNvSpPr>
              <a:spLocks noGrp="1" noRot="1" noMove="1" noResize="1" noEditPoints="1" noAdjustHandles="1" noChangeArrowheads="1" noChangeShapeType="1"/>
            </p:cNvSpPr>
            <p:nvPr userDrawn="1"/>
          </p:nvSpPr>
          <p:spPr bwMode="auto">
            <a:xfrm>
              <a:off x="7048" y="4026"/>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9" name="Freeform 26"/>
            <p:cNvSpPr>
              <a:spLocks noGrp="1" noRot="1" noMove="1" noResize="1" noEditPoints="1" noAdjustHandles="1" noChangeArrowheads="1" noChangeShapeType="1"/>
            </p:cNvSpPr>
            <p:nvPr userDrawn="1"/>
          </p:nvSpPr>
          <p:spPr bwMode="auto">
            <a:xfrm>
              <a:off x="6922"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0" name="Freeform 27"/>
            <p:cNvSpPr>
              <a:spLocks noGrp="1" noRot="1" noMove="1" noResize="1" noEditPoints="1" noAdjustHandles="1" noChangeArrowheads="1" noChangeShapeType="1"/>
            </p:cNvSpPr>
            <p:nvPr userDrawn="1"/>
          </p:nvSpPr>
          <p:spPr bwMode="auto">
            <a:xfrm>
              <a:off x="7301" y="33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1" name="Freeform 28"/>
            <p:cNvSpPr>
              <a:spLocks noGrp="1" noRot="1" noMove="1" noResize="1" noEditPoints="1" noAdjustHandles="1" noChangeArrowheads="1" noChangeShapeType="1"/>
            </p:cNvSpPr>
            <p:nvPr userDrawn="1"/>
          </p:nvSpPr>
          <p:spPr bwMode="auto">
            <a:xfrm>
              <a:off x="7427" y="3633"/>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2" name="Freeform 29"/>
            <p:cNvSpPr>
              <a:spLocks noGrp="1" noRot="1" noMove="1" noResize="1" noEditPoints="1" noAdjustHandles="1" noChangeArrowheads="1" noChangeShapeType="1"/>
            </p:cNvSpPr>
            <p:nvPr userDrawn="1"/>
          </p:nvSpPr>
          <p:spPr bwMode="auto">
            <a:xfrm>
              <a:off x="7427" y="3241"/>
              <a:ext cx="127" cy="196"/>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extrusionOk="0">
                  <a:moveTo>
                    <a:pt x="554" y="433"/>
                  </a:moveTo>
                  <a:lnTo>
                    <a:pt x="0" y="865"/>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3" name="Freeform 30"/>
            <p:cNvSpPr>
              <a:spLocks noGrp="1" noRot="1" noMove="1" noResize="1" noEditPoints="1" noAdjustHandles="1" noChangeArrowheads="1" noChangeShapeType="1"/>
            </p:cNvSpPr>
            <p:nvPr userDrawn="1"/>
          </p:nvSpPr>
          <p:spPr bwMode="auto">
            <a:xfrm>
              <a:off x="7427" y="3437"/>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4" name="Freeform 31"/>
            <p:cNvSpPr>
              <a:spLocks noGrp="1" noRot="1" noMove="1" noResize="1" noEditPoints="1" noAdjustHandles="1" noChangeArrowheads="1" noChangeShapeType="1"/>
            </p:cNvSpPr>
            <p:nvPr userDrawn="1"/>
          </p:nvSpPr>
          <p:spPr bwMode="auto">
            <a:xfrm>
              <a:off x="7048" y="3535"/>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5" name="Freeform 32"/>
            <p:cNvSpPr>
              <a:spLocks noGrp="1" noRot="1" noMove="1" noResize="1" noEditPoints="1" noAdjustHandles="1" noChangeArrowheads="1" noChangeShapeType="1"/>
            </p:cNvSpPr>
            <p:nvPr userDrawn="1"/>
          </p:nvSpPr>
          <p:spPr bwMode="auto">
            <a:xfrm>
              <a:off x="7301" y="304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6" name="Freeform 33"/>
            <p:cNvSpPr>
              <a:spLocks noGrp="1" noRot="1" noMove="1" noResize="1" noEditPoints="1" noAdjustHandles="1" noChangeArrowheads="1" noChangeShapeType="1"/>
            </p:cNvSpPr>
            <p:nvPr userDrawn="1"/>
          </p:nvSpPr>
          <p:spPr bwMode="auto">
            <a:xfrm>
              <a:off x="7175"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7" name="Freeform 34"/>
            <p:cNvSpPr>
              <a:spLocks noGrp="1" noRot="1" noMove="1" noResize="1" noEditPoints="1" noAdjustHandles="1" noChangeArrowheads="1" noChangeShapeType="1"/>
            </p:cNvSpPr>
            <p:nvPr userDrawn="1"/>
          </p:nvSpPr>
          <p:spPr bwMode="auto">
            <a:xfrm>
              <a:off x="7301" y="3241"/>
              <a:ext cx="126"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865"/>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8" name="Freeform 35"/>
            <p:cNvSpPr>
              <a:spLocks noGrp="1" noRot="1" noMove="1" noResize="1" noEditPoints="1" noAdjustHandles="1" noChangeArrowheads="1" noChangeShapeType="1"/>
            </p:cNvSpPr>
            <p:nvPr userDrawn="1"/>
          </p:nvSpPr>
          <p:spPr bwMode="auto">
            <a:xfrm>
              <a:off x="7301" y="314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9" name="Freeform 36"/>
            <p:cNvSpPr>
              <a:spLocks noGrp="1" noRot="1" noMove="1" noResize="1" noEditPoints="1" noAdjustHandles="1" noChangeArrowheads="1" noChangeShapeType="1"/>
            </p:cNvSpPr>
            <p:nvPr userDrawn="1"/>
          </p:nvSpPr>
          <p:spPr bwMode="auto">
            <a:xfrm>
              <a:off x="7427" y="314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0" name="Freeform 37"/>
            <p:cNvSpPr>
              <a:spLocks noGrp="1" noRot="1" noMove="1" noResize="1" noEditPoints="1" noAdjustHandles="1" noChangeArrowheads="1" noChangeShapeType="1"/>
            </p:cNvSpPr>
            <p:nvPr userDrawn="1"/>
          </p:nvSpPr>
          <p:spPr bwMode="auto">
            <a:xfrm>
              <a:off x="7554" y="373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1" name="Freeform 38"/>
            <p:cNvSpPr>
              <a:spLocks noGrp="1" noRot="1" noMove="1" noResize="1" noEditPoints="1" noAdjustHandles="1" noChangeArrowheads="1" noChangeShapeType="1"/>
            </p:cNvSpPr>
            <p:nvPr userDrawn="1"/>
          </p:nvSpPr>
          <p:spPr bwMode="auto">
            <a:xfrm>
              <a:off x="7175" y="343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2" name="Freeform 39"/>
            <p:cNvSpPr>
              <a:spLocks noGrp="1" noRot="1" noMove="1" noResize="1" noEditPoints="1" noAdjustHandles="1" noChangeArrowheads="1" noChangeShapeType="1"/>
            </p:cNvSpPr>
            <p:nvPr userDrawn="1"/>
          </p:nvSpPr>
          <p:spPr bwMode="auto">
            <a:xfrm>
              <a:off x="7048" y="3437"/>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3" name="Freeform 40"/>
            <p:cNvSpPr>
              <a:spLocks noGrp="1" noRot="1" noMove="1" noResize="1" noEditPoints="1" noAdjustHandles="1" noChangeArrowheads="1" noChangeShapeType="1"/>
            </p:cNvSpPr>
            <p:nvPr userDrawn="1"/>
          </p:nvSpPr>
          <p:spPr bwMode="auto">
            <a:xfrm>
              <a:off x="7554" y="3143"/>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extrusionOk="0">
                  <a:moveTo>
                    <a:pt x="0" y="865"/>
                  </a:moveTo>
                  <a:lnTo>
                    <a:pt x="0" y="433"/>
                  </a:lnTo>
                  <a:lnTo>
                    <a:pt x="0" y="0"/>
                  </a:lnTo>
                  <a:lnTo>
                    <a:pt x="554" y="433"/>
                  </a:lnTo>
                  <a:lnTo>
                    <a:pt x="0" y="865"/>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4" name="Freeform 41"/>
            <p:cNvSpPr>
              <a:spLocks noGrp="1" noRot="1" noMove="1" noResize="1" noEditPoints="1" noAdjustHandles="1" noChangeArrowheads="1" noChangeShapeType="1"/>
            </p:cNvSpPr>
            <p:nvPr userDrawn="1"/>
          </p:nvSpPr>
          <p:spPr bwMode="auto">
            <a:xfrm>
              <a:off x="7175"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5" name="Freeform 42"/>
            <p:cNvSpPr>
              <a:spLocks noGrp="1" noRot="1" noMove="1" noResize="1" noEditPoints="1" noAdjustHandles="1" noChangeArrowheads="1" noChangeShapeType="1"/>
            </p:cNvSpPr>
            <p:nvPr userDrawn="1"/>
          </p:nvSpPr>
          <p:spPr bwMode="auto">
            <a:xfrm>
              <a:off x="7048" y="363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6" name="Freeform 43"/>
            <p:cNvSpPr>
              <a:spLocks noGrp="1" noRot="1" noMove="1" noResize="1" noEditPoints="1" noAdjustHandles="1" noChangeArrowheads="1" noChangeShapeType="1"/>
            </p:cNvSpPr>
            <p:nvPr userDrawn="1"/>
          </p:nvSpPr>
          <p:spPr bwMode="auto">
            <a:xfrm>
              <a:off x="7048" y="2652"/>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7" name="Freeform 44"/>
            <p:cNvSpPr>
              <a:spLocks noGrp="1" noRot="1" noMove="1" noResize="1" noEditPoints="1" noAdjustHandles="1" noChangeArrowheads="1" noChangeShapeType="1"/>
            </p:cNvSpPr>
            <p:nvPr userDrawn="1"/>
          </p:nvSpPr>
          <p:spPr bwMode="auto">
            <a:xfrm>
              <a:off x="7175" y="3241"/>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extrusionOk="0">
                  <a:moveTo>
                    <a:pt x="0" y="865"/>
                  </a:moveTo>
                  <a:lnTo>
                    <a:pt x="0" y="433"/>
                  </a:lnTo>
                  <a:lnTo>
                    <a:pt x="0" y="0"/>
                  </a:lnTo>
                  <a:lnTo>
                    <a:pt x="554" y="433"/>
                  </a:lnTo>
                  <a:lnTo>
                    <a:pt x="0" y="865"/>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8" name="Freeform 45"/>
            <p:cNvSpPr>
              <a:spLocks noGrp="1" noRot="1" noMove="1" noResize="1" noEditPoints="1" noAdjustHandles="1" noChangeArrowheads="1" noChangeShapeType="1"/>
            </p:cNvSpPr>
            <p:nvPr userDrawn="1"/>
          </p:nvSpPr>
          <p:spPr bwMode="auto">
            <a:xfrm>
              <a:off x="7554" y="412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9" name="Freeform 46"/>
            <p:cNvSpPr>
              <a:spLocks noGrp="1" noRot="1" noMove="1" noResize="1" noEditPoints="1" noAdjustHandles="1" noChangeArrowheads="1" noChangeShapeType="1"/>
            </p:cNvSpPr>
            <p:nvPr userDrawn="1"/>
          </p:nvSpPr>
          <p:spPr bwMode="auto">
            <a:xfrm>
              <a:off x="7301" y="225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0" name="Freeform 47"/>
            <p:cNvSpPr>
              <a:spLocks noGrp="1" noRot="1" noMove="1" noResize="1" noEditPoints="1" noAdjustHandles="1" noChangeArrowheads="1" noChangeShapeType="1"/>
            </p:cNvSpPr>
            <p:nvPr userDrawn="1"/>
          </p:nvSpPr>
          <p:spPr bwMode="auto">
            <a:xfrm>
              <a:off x="7427" y="3339"/>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1" name="Freeform 48"/>
            <p:cNvSpPr>
              <a:spLocks noGrp="1" noRot="1" noMove="1" noResize="1" noEditPoints="1" noAdjustHandles="1" noChangeArrowheads="1" noChangeShapeType="1"/>
            </p:cNvSpPr>
            <p:nvPr userDrawn="1"/>
          </p:nvSpPr>
          <p:spPr bwMode="auto">
            <a:xfrm>
              <a:off x="6922"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2" name="Freeform 49"/>
            <p:cNvSpPr>
              <a:spLocks noGrp="1" noRot="1" noMove="1" noResize="1" noEditPoints="1" noAdjustHandles="1" noChangeArrowheads="1" noChangeShapeType="1"/>
            </p:cNvSpPr>
            <p:nvPr userDrawn="1"/>
          </p:nvSpPr>
          <p:spPr bwMode="auto">
            <a:xfrm>
              <a:off x="6922" y="314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3" name="Freeform 50"/>
            <p:cNvSpPr>
              <a:spLocks noGrp="1" noRot="1" noMove="1" noResize="1" noEditPoints="1" noAdjustHandles="1" noChangeArrowheads="1" noChangeShapeType="1"/>
            </p:cNvSpPr>
            <p:nvPr userDrawn="1"/>
          </p:nvSpPr>
          <p:spPr bwMode="auto">
            <a:xfrm>
              <a:off x="6922"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4" name="Freeform 51"/>
            <p:cNvSpPr>
              <a:spLocks noGrp="1" noRot="1" noMove="1" noResize="1" noEditPoints="1" noAdjustHandles="1" noChangeArrowheads="1" noChangeShapeType="1"/>
            </p:cNvSpPr>
            <p:nvPr userDrawn="1"/>
          </p:nvSpPr>
          <p:spPr bwMode="auto">
            <a:xfrm>
              <a:off x="6796"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5" name="Freeform 52"/>
            <p:cNvSpPr>
              <a:spLocks noGrp="1" noRot="1" noMove="1" noResize="1" noEditPoints="1" noAdjustHandles="1" noChangeArrowheads="1" noChangeShapeType="1"/>
            </p:cNvSpPr>
            <p:nvPr userDrawn="1"/>
          </p:nvSpPr>
          <p:spPr bwMode="auto">
            <a:xfrm>
              <a:off x="6796" y="382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6" name="Freeform 53"/>
            <p:cNvSpPr>
              <a:spLocks noGrp="1" noRot="1" noMove="1" noResize="1" noEditPoints="1" noAdjustHandles="1" noChangeArrowheads="1" noChangeShapeType="1"/>
            </p:cNvSpPr>
            <p:nvPr userDrawn="1"/>
          </p:nvSpPr>
          <p:spPr bwMode="auto">
            <a:xfrm>
              <a:off x="7554" y="3241"/>
              <a:ext cx="126" cy="196"/>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0"/>
                  </a:lnTo>
                  <a:lnTo>
                    <a:pt x="554" y="433"/>
                  </a:lnTo>
                  <a:lnTo>
                    <a:pt x="554" y="865"/>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7" name="Freeform 54"/>
            <p:cNvSpPr>
              <a:spLocks noGrp="1" noRot="1" noMove="1" noResize="1" noEditPoints="1" noAdjustHandles="1" noChangeArrowheads="1" noChangeShapeType="1"/>
            </p:cNvSpPr>
            <p:nvPr userDrawn="1"/>
          </p:nvSpPr>
          <p:spPr bwMode="auto">
            <a:xfrm>
              <a:off x="7048" y="3829"/>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8" name="Freeform 55"/>
            <p:cNvSpPr>
              <a:spLocks noGrp="1" noRot="1" noMove="1" noResize="1" noEditPoints="1" noAdjustHandles="1" noChangeArrowheads="1" noChangeShapeType="1"/>
            </p:cNvSpPr>
            <p:nvPr userDrawn="1"/>
          </p:nvSpPr>
          <p:spPr bwMode="auto">
            <a:xfrm>
              <a:off x="7301" y="35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9" name="Freeform 56"/>
            <p:cNvSpPr>
              <a:spLocks noGrp="1" noRot="1" noMove="1" noResize="1" noEditPoints="1" noAdjustHandles="1" noChangeArrowheads="1" noChangeShapeType="1"/>
            </p:cNvSpPr>
            <p:nvPr userDrawn="1"/>
          </p:nvSpPr>
          <p:spPr bwMode="auto">
            <a:xfrm>
              <a:off x="7048" y="3339"/>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0" name="Freeform 57"/>
            <p:cNvSpPr>
              <a:spLocks noGrp="1" noRot="1" noMove="1" noResize="1" noEditPoints="1" noAdjustHandles="1" noChangeArrowheads="1" noChangeShapeType="1"/>
            </p:cNvSpPr>
            <p:nvPr userDrawn="1"/>
          </p:nvSpPr>
          <p:spPr bwMode="auto">
            <a:xfrm>
              <a:off x="6922" y="412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1" name="Freeform 58"/>
            <p:cNvSpPr>
              <a:spLocks noGrp="1" noRot="1" noMove="1" noResize="1" noEditPoints="1" noAdjustHandles="1" noChangeArrowheads="1" noChangeShapeType="1"/>
            </p:cNvSpPr>
            <p:nvPr userDrawn="1"/>
          </p:nvSpPr>
          <p:spPr bwMode="auto">
            <a:xfrm>
              <a:off x="6669" y="3927"/>
              <a:ext cx="127" cy="197"/>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2" name="Freeform 59"/>
            <p:cNvSpPr>
              <a:spLocks noGrp="1" noRot="1" noMove="1" noResize="1" noEditPoints="1" noAdjustHandles="1" noChangeArrowheads="1" noChangeShapeType="1"/>
            </p:cNvSpPr>
            <p:nvPr userDrawn="1"/>
          </p:nvSpPr>
          <p:spPr bwMode="auto">
            <a:xfrm>
              <a:off x="6669" y="3731"/>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3" name="Freeform 60"/>
            <p:cNvSpPr>
              <a:spLocks noGrp="1" noRot="1" noMove="1" noResize="1" noEditPoints="1" noAdjustHandles="1" noChangeArrowheads="1" noChangeShapeType="1"/>
            </p:cNvSpPr>
            <p:nvPr userDrawn="1"/>
          </p:nvSpPr>
          <p:spPr bwMode="auto">
            <a:xfrm>
              <a:off x="7427" y="3927"/>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4" name="Freeform 61"/>
            <p:cNvSpPr>
              <a:spLocks noGrp="1" noRot="1" noMove="1" noResize="1" noEditPoints="1" noAdjustHandles="1" noChangeArrowheads="1" noChangeShapeType="1"/>
            </p:cNvSpPr>
            <p:nvPr userDrawn="1"/>
          </p:nvSpPr>
          <p:spPr bwMode="auto">
            <a:xfrm>
              <a:off x="7301" y="3927"/>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5" name="Freeform 62"/>
            <p:cNvSpPr>
              <a:spLocks noGrp="1" noRot="1" noMove="1" noResize="1" noEditPoints="1" noAdjustHandles="1" noChangeArrowheads="1" noChangeShapeType="1"/>
            </p:cNvSpPr>
            <p:nvPr userDrawn="1"/>
          </p:nvSpPr>
          <p:spPr bwMode="auto">
            <a:xfrm>
              <a:off x="7301" y="402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6" name="Freeform 63"/>
            <p:cNvSpPr>
              <a:spLocks noGrp="1" noRot="1" noMove="1" noResize="1" noEditPoints="1" noAdjustHandles="1" noChangeArrowheads="1" noChangeShapeType="1"/>
            </p:cNvSpPr>
            <p:nvPr userDrawn="1"/>
          </p:nvSpPr>
          <p:spPr bwMode="auto">
            <a:xfrm>
              <a:off x="5911" y="392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pic>
        <p:nvPicPr>
          <p:cNvPr id="23" name="UNIVERSITÄT PADERBORN Logo"/>
          <p:cNvPicPr>
            <a:picLocks noGrp="1" noRot="1" noChangeAspect="1" noMove="1" noResize="1" noEditPoints="1" noAdjustHandles="1" noChangeArrowheads="1" noChangeShapeType="1" noCrop="1"/>
          </p:cNvPicPr>
          <p:nvPr userDrawn="1"/>
        </p:nvPicPr>
        <p:blipFill>
          <a:blip r:embed="rId2"/>
          <a:stretch/>
        </p:blipFill>
        <p:spPr bwMode="auto">
          <a:xfrm>
            <a:off x="351364" y="254012"/>
            <a:ext cx="2584799" cy="1052305"/>
          </a:xfrm>
          <a:prstGeom prst="rect">
            <a:avLst/>
          </a:prstGeom>
        </p:spPr>
      </p:pic>
      <p:sp>
        <p:nvSpPr>
          <p:cNvPr id="14" name="Text"/>
          <p:cNvSpPr>
            <a:spLocks noGrp="1"/>
          </p:cNvSpPr>
          <p:nvPr>
            <p:ph type="body" orient="vert" idx="12" hasCustomPrompt="1"/>
          </p:nvPr>
        </p:nvSpPr>
        <p:spPr bwMode="auto">
          <a:xfrm>
            <a:off x="1219200" y="5688013"/>
            <a:ext cx="8548688" cy="684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pPr>
              <a:defRPr/>
            </a:pPr>
            <a:r>
              <a:rPr lang="de-DE"/>
              <a:t>Akademischer Titel Vorname Nachname Referent*in</a:t>
            </a:r>
            <a:br>
              <a:rPr lang="de-DE"/>
            </a:br>
            <a:r>
              <a:rPr lang="de-DE"/>
              <a:t>XX. Monat 20XX</a:t>
            </a:r>
            <a:endParaRPr/>
          </a:p>
        </p:txBody>
      </p:sp>
      <p:sp>
        <p:nvSpPr>
          <p:cNvPr id="3" name="Untertitel"/>
          <p:cNvSpPr>
            <a:spLocks noGrp="1"/>
          </p:cNvSpPr>
          <p:nvPr>
            <p:ph type="subTitle" idx="1" hasCustomPrompt="1"/>
          </p:nvPr>
        </p:nvSpPr>
        <p:spPr bwMode="auto">
          <a:xfrm>
            <a:off x="1219200" y="3803651"/>
            <a:ext cx="8548688" cy="1332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pPr>
              <a:defRPr/>
            </a:pPr>
            <a:r>
              <a:rPr lang="de-DE"/>
              <a:t>Untertitel und weiterführende Informationen zur Präsentation mit maximal vier Zeilen. Hinweis: Bitte grundsätzlich keine Änderungen im Folienmaster vornehmen. Änderungen der Größe und Position von Textboxen sind auf allen Folien zu vermeiden.</a:t>
            </a:r>
            <a:endParaRPr/>
          </a:p>
        </p:txBody>
      </p:sp>
      <p:sp>
        <p:nvSpPr>
          <p:cNvPr id="2" name="Titel"/>
          <p:cNvSpPr>
            <a:spLocks noGrp="1"/>
          </p:cNvSpPr>
          <p:nvPr>
            <p:ph type="ctrTitle" hasCustomPrompt="1"/>
          </p:nvPr>
        </p:nvSpPr>
        <p:spPr bwMode="auto">
          <a:xfrm>
            <a:off x="1219200" y="2119591"/>
            <a:ext cx="8548688" cy="1225272"/>
          </a:xfrm>
        </p:spPr>
        <p:txBody>
          <a:bodyPr anchor="b"/>
          <a:lstStyle>
            <a:lvl1pPr algn="l">
              <a:defRPr sz="3500"/>
            </a:lvl1pPr>
          </a:lstStyle>
          <a:p>
            <a:pPr>
              <a:defRPr/>
            </a:pPr>
            <a:r>
              <a:rPr lang="de-DE"/>
              <a:t>Titel der Präsentation</a:t>
            </a:r>
            <a:br>
              <a:rPr lang="de-DE"/>
            </a:br>
            <a:r>
              <a:rPr lang="de-DE"/>
              <a:t>maximal zwei Zeilen</a:t>
            </a:r>
            <a:endParaRPr/>
          </a:p>
        </p:txBody>
      </p:sp>
      <p:sp>
        <p:nvSpPr>
          <p:cNvPr id="107" name="Foliennummer"/>
          <p:cNvSpPr>
            <a:spLocks noGrp="1"/>
          </p:cNvSpPr>
          <p:nvPr>
            <p:ph type="sldNum" sz="quarter" idx="11"/>
          </p:nvPr>
        </p:nvSpPr>
        <p:spPr bwMode="auto">
          <a:xfrm>
            <a:off x="11089560" y="7200000"/>
            <a:ext cx="504000" cy="185738"/>
          </a:xfrm>
          <a:prstGeom prst="rect">
            <a:avLst/>
          </a:prstGeom>
          <a:solidFill>
            <a:srgbClr val="E6E6E6"/>
          </a:solidFill>
        </p:spPr>
        <p:txBody>
          <a:bodyPr/>
          <a:lstStyle>
            <a:lvl1pPr>
              <a:defRPr>
                <a:solidFill>
                  <a:srgbClr val="E6E6E6"/>
                </a:solidFill>
              </a:defRPr>
            </a:lvl1pPr>
          </a:lstStyle>
          <a:p>
            <a:pPr>
              <a:defRPr/>
            </a:pPr>
            <a:fld id="{11DE32AD-F86D-4804-839F-80A6732D429D}" type="slidenum">
              <a:rPr lang="de-DE"/>
              <a:t>‹#›</a:t>
            </a:fld>
            <a:endParaRPr lang="de-DE"/>
          </a:p>
        </p:txBody>
      </p:sp>
      <p:sp>
        <p:nvSpPr>
          <p:cNvPr id="113" name="Fußzeile"/>
          <p:cNvSpPr>
            <a:spLocks noGrp="1"/>
          </p:cNvSpPr>
          <p:nvPr>
            <p:ph type="ftr" sz="quarter" idx="10"/>
          </p:nvPr>
        </p:nvSpPr>
        <p:spPr bwMode="auto">
          <a:xfrm>
            <a:off x="421200" y="7200000"/>
            <a:ext cx="25400" cy="185738"/>
          </a:xfrm>
          <a:prstGeom prst="rect">
            <a:avLst/>
          </a:prstGeom>
          <a:solidFill>
            <a:srgbClr val="E6E6E6"/>
          </a:solidFill>
        </p:spPr>
        <p:txBody>
          <a:bodyPr/>
          <a:lstStyle>
            <a:lvl1pPr>
              <a:defRPr>
                <a:solidFill>
                  <a:srgbClr val="E6E6E6"/>
                </a:solidFill>
              </a:defRPr>
            </a:lvl1pPr>
          </a:lstStyle>
          <a:p>
            <a:pPr>
              <a:defRPr/>
            </a:pPr>
            <a:r>
              <a:rPr lang="de-DE"/>
              <a:t>Prof. Dr. Oliver Müller | Diagnosing and Mitigating Shortcut Learning in ML-Based IS Research | September 2023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elfolie mit Zusatzlogo H">
    <p:spTree>
      <p:nvGrpSpPr>
        <p:cNvPr id="1" name=""/>
        <p:cNvGrpSpPr/>
        <p:nvPr/>
      </p:nvGrpSpPr>
      <p:grpSpPr bwMode="auto">
        <a:xfrm>
          <a:off x="0" y="0"/>
          <a:ext cx="0" cy="0"/>
          <a:chOff x="0" y="0"/>
          <a:chExt cx="0" cy="0"/>
        </a:xfrm>
      </p:grpSpPr>
      <p:grpSp>
        <p:nvGrpSpPr>
          <p:cNvPr id="25" name="Grafik"/>
          <p:cNvGrpSpPr>
            <a:grpSpLocks noGrp="1" noUngrp="1" noRot="1" noMove="1" noResize="1"/>
          </p:cNvGrpSpPr>
          <p:nvPr userDrawn="1"/>
        </p:nvGrpSpPr>
        <p:grpSpPr bwMode="auto">
          <a:xfrm>
            <a:off x="9383713" y="315913"/>
            <a:ext cx="2808287" cy="6542087"/>
            <a:chOff x="5911" y="199"/>
            <a:chExt cx="1769" cy="4121"/>
          </a:xfrm>
        </p:grpSpPr>
        <p:sp>
          <p:nvSpPr>
            <p:cNvPr id="26" name="Freeform 5"/>
            <p:cNvSpPr>
              <a:spLocks noGrp="1" noRot="1" noMove="1" noResize="1" noEditPoints="1" noAdjustHandles="1" noChangeArrowheads="1" noChangeShapeType="1"/>
            </p:cNvSpPr>
            <p:nvPr userDrawn="1"/>
          </p:nvSpPr>
          <p:spPr bwMode="auto">
            <a:xfrm>
              <a:off x="6543" y="297"/>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7" name="Freeform 6"/>
            <p:cNvSpPr>
              <a:spLocks noGrp="1" noRot="1" noMove="1" noResize="1" noEditPoints="1" noAdjustHandles="1" noChangeArrowheads="1" noChangeShapeType="1"/>
            </p:cNvSpPr>
            <p:nvPr userDrawn="1"/>
          </p:nvSpPr>
          <p:spPr bwMode="auto">
            <a:xfrm>
              <a:off x="6922" y="29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8" name="Freeform 7"/>
            <p:cNvSpPr>
              <a:spLocks noGrp="1" noRot="1" noMove="1" noResize="1" noEditPoints="1" noAdjustHandles="1" noChangeArrowheads="1" noChangeShapeType="1"/>
            </p:cNvSpPr>
            <p:nvPr userDrawn="1"/>
          </p:nvSpPr>
          <p:spPr bwMode="auto">
            <a:xfrm>
              <a:off x="6922"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9" name="Freeform 8"/>
            <p:cNvSpPr>
              <a:spLocks noGrp="1" noRot="1" noMove="1" noResize="1" noEditPoints="1" noAdjustHandles="1" noChangeArrowheads="1" noChangeShapeType="1"/>
            </p:cNvSpPr>
            <p:nvPr userDrawn="1"/>
          </p:nvSpPr>
          <p:spPr bwMode="auto">
            <a:xfrm>
              <a:off x="7048" y="493"/>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0" name="Freeform 9"/>
            <p:cNvSpPr>
              <a:spLocks noGrp="1" noRot="1" noMove="1" noResize="1" noEditPoints="1" noAdjustHandles="1" noChangeArrowheads="1" noChangeShapeType="1"/>
            </p:cNvSpPr>
            <p:nvPr userDrawn="1"/>
          </p:nvSpPr>
          <p:spPr bwMode="auto">
            <a:xfrm>
              <a:off x="7301" y="199"/>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1" name="Freeform 10"/>
            <p:cNvSpPr>
              <a:spLocks noGrp="1" noRot="1" noMove="1" noResize="1" noEditPoints="1" noAdjustHandles="1" noChangeArrowheads="1" noChangeShapeType="1"/>
            </p:cNvSpPr>
            <p:nvPr userDrawn="1"/>
          </p:nvSpPr>
          <p:spPr bwMode="auto">
            <a:xfrm>
              <a:off x="7301"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181C62"/>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2" name="Freeform 11"/>
            <p:cNvSpPr>
              <a:spLocks noGrp="1" noRot="1" noMove="1" noResize="1" noEditPoints="1" noAdjustHandles="1" noChangeArrowheads="1" noChangeShapeType="1"/>
            </p:cNvSpPr>
            <p:nvPr userDrawn="1"/>
          </p:nvSpPr>
          <p:spPr bwMode="auto">
            <a:xfrm>
              <a:off x="7175" y="592"/>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3" name="Freeform 12"/>
            <p:cNvSpPr>
              <a:spLocks noGrp="1" noRot="1" noMove="1" noResize="1" noEditPoints="1" noAdjustHandles="1" noChangeArrowheads="1" noChangeShapeType="1"/>
            </p:cNvSpPr>
            <p:nvPr userDrawn="1"/>
          </p:nvSpPr>
          <p:spPr bwMode="auto">
            <a:xfrm>
              <a:off x="7301"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4" name="Freeform 13"/>
            <p:cNvSpPr>
              <a:spLocks noGrp="1" noRot="1" noMove="1" noResize="1" noEditPoints="1" noAdjustHandles="1" noChangeArrowheads="1" noChangeShapeType="1"/>
            </p:cNvSpPr>
            <p:nvPr userDrawn="1"/>
          </p:nvSpPr>
          <p:spPr bwMode="auto">
            <a:xfrm>
              <a:off x="7175"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5" name="Freeform 14"/>
            <p:cNvSpPr>
              <a:spLocks noGrp="1" noRot="1" noMove="1" noResize="1" noEditPoints="1" noAdjustHandles="1" noChangeArrowheads="1" noChangeShapeType="1"/>
            </p:cNvSpPr>
            <p:nvPr userDrawn="1"/>
          </p:nvSpPr>
          <p:spPr bwMode="auto">
            <a:xfrm>
              <a:off x="7427" y="395"/>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6" name="Freeform 15"/>
            <p:cNvSpPr>
              <a:spLocks noGrp="1" noRot="1" noMove="1" noResize="1" noEditPoints="1" noAdjustHandles="1" noChangeArrowheads="1" noChangeShapeType="1"/>
            </p:cNvSpPr>
            <p:nvPr userDrawn="1"/>
          </p:nvSpPr>
          <p:spPr bwMode="auto">
            <a:xfrm>
              <a:off x="6796"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7" name="Freeform 16"/>
            <p:cNvSpPr>
              <a:spLocks noGrp="1" noRot="1" noMove="1" noResize="1" noEditPoints="1" noAdjustHandles="1" noChangeArrowheads="1" noChangeShapeType="1"/>
            </p:cNvSpPr>
            <p:nvPr userDrawn="1"/>
          </p:nvSpPr>
          <p:spPr bwMode="auto">
            <a:xfrm>
              <a:off x="6669" y="3437"/>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8" name="Freeform 17"/>
            <p:cNvSpPr>
              <a:spLocks noGrp="1" noRot="1" noMove="1" noResize="1" noEditPoints="1" noAdjustHandles="1" noChangeArrowheads="1" noChangeShapeType="1"/>
            </p:cNvSpPr>
            <p:nvPr userDrawn="1"/>
          </p:nvSpPr>
          <p:spPr bwMode="auto">
            <a:xfrm>
              <a:off x="6417"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9" name="Freeform 18"/>
            <p:cNvSpPr>
              <a:spLocks noGrp="1" noRot="1" noMove="1" noResize="1" noEditPoints="1" noAdjustHandles="1" noChangeArrowheads="1" noChangeShapeType="1"/>
            </p:cNvSpPr>
            <p:nvPr userDrawn="1"/>
          </p:nvSpPr>
          <p:spPr bwMode="auto">
            <a:xfrm>
              <a:off x="6543" y="4026"/>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0" name="Freeform 19"/>
            <p:cNvSpPr>
              <a:spLocks noGrp="1" noRot="1" noMove="1" noResize="1" noEditPoints="1" noAdjustHandles="1" noChangeArrowheads="1" noChangeShapeType="1"/>
            </p:cNvSpPr>
            <p:nvPr userDrawn="1"/>
          </p:nvSpPr>
          <p:spPr bwMode="auto">
            <a:xfrm>
              <a:off x="7301" y="37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1" name="Freeform 20"/>
            <p:cNvSpPr>
              <a:spLocks noGrp="1" noRot="1" noMove="1" noResize="1" noEditPoints="1" noAdjustHandles="1" noChangeArrowheads="1" noChangeShapeType="1"/>
            </p:cNvSpPr>
            <p:nvPr userDrawn="1"/>
          </p:nvSpPr>
          <p:spPr bwMode="auto">
            <a:xfrm>
              <a:off x="7427" y="4026"/>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2" name="Freeform 21"/>
            <p:cNvSpPr>
              <a:spLocks noGrp="1" noRot="1" noMove="1" noResize="1" noEditPoints="1" noAdjustHandles="1" noChangeArrowheads="1" noChangeShapeType="1"/>
            </p:cNvSpPr>
            <p:nvPr userDrawn="1"/>
          </p:nvSpPr>
          <p:spPr bwMode="auto">
            <a:xfrm>
              <a:off x="7427" y="3829"/>
              <a:ext cx="127"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3" name="Freeform 22"/>
            <p:cNvSpPr>
              <a:spLocks noGrp="1" noRot="1" noMove="1" noResize="1" noEditPoints="1" noAdjustHandles="1" noChangeArrowheads="1" noChangeShapeType="1"/>
            </p:cNvSpPr>
            <p:nvPr userDrawn="1"/>
          </p:nvSpPr>
          <p:spPr bwMode="auto">
            <a:xfrm>
              <a:off x="7301" y="3829"/>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4" name="Freeform 23"/>
            <p:cNvSpPr>
              <a:spLocks noGrp="1" noRot="1" noMove="1" noResize="1" noEditPoints="1" noAdjustHandles="1" noChangeArrowheads="1" noChangeShapeType="1"/>
            </p:cNvSpPr>
            <p:nvPr userDrawn="1"/>
          </p:nvSpPr>
          <p:spPr bwMode="auto">
            <a:xfrm>
              <a:off x="7175"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5" name="Freeform 24"/>
            <p:cNvSpPr>
              <a:spLocks noGrp="1" noRot="1" noMove="1" noResize="1" noEditPoints="1" noAdjustHandles="1" noChangeArrowheads="1" noChangeShapeType="1"/>
            </p:cNvSpPr>
            <p:nvPr userDrawn="1"/>
          </p:nvSpPr>
          <p:spPr bwMode="auto">
            <a:xfrm>
              <a:off x="7175" y="392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6" name="Freeform 25"/>
            <p:cNvSpPr>
              <a:spLocks noGrp="1" noRot="1" noMove="1" noResize="1" noEditPoints="1" noAdjustHandles="1" noChangeArrowheads="1" noChangeShapeType="1"/>
            </p:cNvSpPr>
            <p:nvPr userDrawn="1"/>
          </p:nvSpPr>
          <p:spPr bwMode="auto">
            <a:xfrm>
              <a:off x="7048" y="4026"/>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7" name="Freeform 26"/>
            <p:cNvSpPr>
              <a:spLocks noGrp="1" noRot="1" noMove="1" noResize="1" noEditPoints="1" noAdjustHandles="1" noChangeArrowheads="1" noChangeShapeType="1"/>
            </p:cNvSpPr>
            <p:nvPr userDrawn="1"/>
          </p:nvSpPr>
          <p:spPr bwMode="auto">
            <a:xfrm>
              <a:off x="6922"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8" name="Freeform 27"/>
            <p:cNvSpPr>
              <a:spLocks noGrp="1" noRot="1" noMove="1" noResize="1" noEditPoints="1" noAdjustHandles="1" noChangeArrowheads="1" noChangeShapeType="1"/>
            </p:cNvSpPr>
            <p:nvPr userDrawn="1"/>
          </p:nvSpPr>
          <p:spPr bwMode="auto">
            <a:xfrm>
              <a:off x="7301" y="33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9" name="Freeform 28"/>
            <p:cNvSpPr>
              <a:spLocks noGrp="1" noRot="1" noMove="1" noResize="1" noEditPoints="1" noAdjustHandles="1" noChangeArrowheads="1" noChangeShapeType="1"/>
            </p:cNvSpPr>
            <p:nvPr userDrawn="1"/>
          </p:nvSpPr>
          <p:spPr bwMode="auto">
            <a:xfrm>
              <a:off x="7427" y="3633"/>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0" name="Freeform 29"/>
            <p:cNvSpPr>
              <a:spLocks noGrp="1" noRot="1" noMove="1" noResize="1" noEditPoints="1" noAdjustHandles="1" noChangeArrowheads="1" noChangeShapeType="1"/>
            </p:cNvSpPr>
            <p:nvPr userDrawn="1"/>
          </p:nvSpPr>
          <p:spPr bwMode="auto">
            <a:xfrm>
              <a:off x="7427" y="3241"/>
              <a:ext cx="127" cy="196"/>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extrusionOk="0">
                  <a:moveTo>
                    <a:pt x="554" y="433"/>
                  </a:moveTo>
                  <a:lnTo>
                    <a:pt x="0" y="865"/>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1" name="Freeform 30"/>
            <p:cNvSpPr>
              <a:spLocks noGrp="1" noRot="1" noMove="1" noResize="1" noEditPoints="1" noAdjustHandles="1" noChangeArrowheads="1" noChangeShapeType="1"/>
            </p:cNvSpPr>
            <p:nvPr userDrawn="1"/>
          </p:nvSpPr>
          <p:spPr bwMode="auto">
            <a:xfrm>
              <a:off x="7427" y="3437"/>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2" name="Freeform 31"/>
            <p:cNvSpPr>
              <a:spLocks noGrp="1" noRot="1" noMove="1" noResize="1" noEditPoints="1" noAdjustHandles="1" noChangeArrowheads="1" noChangeShapeType="1"/>
            </p:cNvSpPr>
            <p:nvPr userDrawn="1"/>
          </p:nvSpPr>
          <p:spPr bwMode="auto">
            <a:xfrm>
              <a:off x="7048" y="3535"/>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3" name="Freeform 32"/>
            <p:cNvSpPr>
              <a:spLocks noGrp="1" noRot="1" noMove="1" noResize="1" noEditPoints="1" noAdjustHandles="1" noChangeArrowheads="1" noChangeShapeType="1"/>
            </p:cNvSpPr>
            <p:nvPr userDrawn="1"/>
          </p:nvSpPr>
          <p:spPr bwMode="auto">
            <a:xfrm>
              <a:off x="7301" y="304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4" name="Freeform 33"/>
            <p:cNvSpPr>
              <a:spLocks noGrp="1" noRot="1" noMove="1" noResize="1" noEditPoints="1" noAdjustHandles="1" noChangeArrowheads="1" noChangeShapeType="1"/>
            </p:cNvSpPr>
            <p:nvPr userDrawn="1"/>
          </p:nvSpPr>
          <p:spPr bwMode="auto">
            <a:xfrm>
              <a:off x="7175"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5" name="Freeform 34"/>
            <p:cNvSpPr>
              <a:spLocks noGrp="1" noRot="1" noMove="1" noResize="1" noEditPoints="1" noAdjustHandles="1" noChangeArrowheads="1" noChangeShapeType="1"/>
            </p:cNvSpPr>
            <p:nvPr userDrawn="1"/>
          </p:nvSpPr>
          <p:spPr bwMode="auto">
            <a:xfrm>
              <a:off x="7301" y="3241"/>
              <a:ext cx="126"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865"/>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6" name="Freeform 35"/>
            <p:cNvSpPr>
              <a:spLocks noGrp="1" noRot="1" noMove="1" noResize="1" noEditPoints="1" noAdjustHandles="1" noChangeArrowheads="1" noChangeShapeType="1"/>
            </p:cNvSpPr>
            <p:nvPr userDrawn="1"/>
          </p:nvSpPr>
          <p:spPr bwMode="auto">
            <a:xfrm>
              <a:off x="7301" y="314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7" name="Freeform 36"/>
            <p:cNvSpPr>
              <a:spLocks noGrp="1" noRot="1" noMove="1" noResize="1" noEditPoints="1" noAdjustHandles="1" noChangeArrowheads="1" noChangeShapeType="1"/>
            </p:cNvSpPr>
            <p:nvPr userDrawn="1"/>
          </p:nvSpPr>
          <p:spPr bwMode="auto">
            <a:xfrm>
              <a:off x="7427" y="314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8" name="Freeform 37"/>
            <p:cNvSpPr>
              <a:spLocks noGrp="1" noRot="1" noMove="1" noResize="1" noEditPoints="1" noAdjustHandles="1" noChangeArrowheads="1" noChangeShapeType="1"/>
            </p:cNvSpPr>
            <p:nvPr userDrawn="1"/>
          </p:nvSpPr>
          <p:spPr bwMode="auto">
            <a:xfrm>
              <a:off x="7554" y="373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9" name="Freeform 38"/>
            <p:cNvSpPr>
              <a:spLocks noGrp="1" noRot="1" noMove="1" noResize="1" noEditPoints="1" noAdjustHandles="1" noChangeArrowheads="1" noChangeShapeType="1"/>
            </p:cNvSpPr>
            <p:nvPr userDrawn="1"/>
          </p:nvSpPr>
          <p:spPr bwMode="auto">
            <a:xfrm>
              <a:off x="7175" y="343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0" name="Freeform 39"/>
            <p:cNvSpPr>
              <a:spLocks noGrp="1" noRot="1" noMove="1" noResize="1" noEditPoints="1" noAdjustHandles="1" noChangeArrowheads="1" noChangeShapeType="1"/>
            </p:cNvSpPr>
            <p:nvPr userDrawn="1"/>
          </p:nvSpPr>
          <p:spPr bwMode="auto">
            <a:xfrm>
              <a:off x="7048" y="3437"/>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1" name="Freeform 40"/>
            <p:cNvSpPr>
              <a:spLocks noGrp="1" noRot="1" noMove="1" noResize="1" noEditPoints="1" noAdjustHandles="1" noChangeArrowheads="1" noChangeShapeType="1"/>
            </p:cNvSpPr>
            <p:nvPr userDrawn="1"/>
          </p:nvSpPr>
          <p:spPr bwMode="auto">
            <a:xfrm>
              <a:off x="7554" y="3143"/>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extrusionOk="0">
                  <a:moveTo>
                    <a:pt x="0" y="865"/>
                  </a:moveTo>
                  <a:lnTo>
                    <a:pt x="0" y="433"/>
                  </a:lnTo>
                  <a:lnTo>
                    <a:pt x="0" y="0"/>
                  </a:lnTo>
                  <a:lnTo>
                    <a:pt x="554" y="433"/>
                  </a:lnTo>
                  <a:lnTo>
                    <a:pt x="0" y="865"/>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2" name="Freeform 41"/>
            <p:cNvSpPr>
              <a:spLocks noGrp="1" noRot="1" noMove="1" noResize="1" noEditPoints="1" noAdjustHandles="1" noChangeArrowheads="1" noChangeShapeType="1"/>
            </p:cNvSpPr>
            <p:nvPr userDrawn="1"/>
          </p:nvSpPr>
          <p:spPr bwMode="auto">
            <a:xfrm>
              <a:off x="7175"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3" name="Freeform 42"/>
            <p:cNvSpPr>
              <a:spLocks noGrp="1" noRot="1" noMove="1" noResize="1" noEditPoints="1" noAdjustHandles="1" noChangeArrowheads="1" noChangeShapeType="1"/>
            </p:cNvSpPr>
            <p:nvPr userDrawn="1"/>
          </p:nvSpPr>
          <p:spPr bwMode="auto">
            <a:xfrm>
              <a:off x="7048" y="363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4" name="Freeform 43"/>
            <p:cNvSpPr>
              <a:spLocks noGrp="1" noRot="1" noMove="1" noResize="1" noEditPoints="1" noAdjustHandles="1" noChangeArrowheads="1" noChangeShapeType="1"/>
            </p:cNvSpPr>
            <p:nvPr userDrawn="1"/>
          </p:nvSpPr>
          <p:spPr bwMode="auto">
            <a:xfrm>
              <a:off x="7048" y="2652"/>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5" name="Freeform 44"/>
            <p:cNvSpPr>
              <a:spLocks noGrp="1" noRot="1" noMove="1" noResize="1" noEditPoints="1" noAdjustHandles="1" noChangeArrowheads="1" noChangeShapeType="1"/>
            </p:cNvSpPr>
            <p:nvPr userDrawn="1"/>
          </p:nvSpPr>
          <p:spPr bwMode="auto">
            <a:xfrm>
              <a:off x="7175" y="3241"/>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extrusionOk="0">
                  <a:moveTo>
                    <a:pt x="0" y="865"/>
                  </a:moveTo>
                  <a:lnTo>
                    <a:pt x="0" y="433"/>
                  </a:lnTo>
                  <a:lnTo>
                    <a:pt x="0" y="0"/>
                  </a:lnTo>
                  <a:lnTo>
                    <a:pt x="554" y="433"/>
                  </a:lnTo>
                  <a:lnTo>
                    <a:pt x="0" y="865"/>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6" name="Freeform 45"/>
            <p:cNvSpPr>
              <a:spLocks noGrp="1" noRot="1" noMove="1" noResize="1" noEditPoints="1" noAdjustHandles="1" noChangeArrowheads="1" noChangeShapeType="1"/>
            </p:cNvSpPr>
            <p:nvPr userDrawn="1"/>
          </p:nvSpPr>
          <p:spPr bwMode="auto">
            <a:xfrm>
              <a:off x="7554" y="412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7" name="Freeform 46"/>
            <p:cNvSpPr>
              <a:spLocks noGrp="1" noRot="1" noMove="1" noResize="1" noEditPoints="1" noAdjustHandles="1" noChangeArrowheads="1" noChangeShapeType="1"/>
            </p:cNvSpPr>
            <p:nvPr userDrawn="1"/>
          </p:nvSpPr>
          <p:spPr bwMode="auto">
            <a:xfrm>
              <a:off x="7301" y="225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8" name="Freeform 47"/>
            <p:cNvSpPr>
              <a:spLocks noGrp="1" noRot="1" noMove="1" noResize="1" noEditPoints="1" noAdjustHandles="1" noChangeArrowheads="1" noChangeShapeType="1"/>
            </p:cNvSpPr>
            <p:nvPr userDrawn="1"/>
          </p:nvSpPr>
          <p:spPr bwMode="auto">
            <a:xfrm>
              <a:off x="7427" y="3339"/>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9" name="Freeform 48"/>
            <p:cNvSpPr>
              <a:spLocks noGrp="1" noRot="1" noMove="1" noResize="1" noEditPoints="1" noAdjustHandles="1" noChangeArrowheads="1" noChangeShapeType="1"/>
            </p:cNvSpPr>
            <p:nvPr userDrawn="1"/>
          </p:nvSpPr>
          <p:spPr bwMode="auto">
            <a:xfrm>
              <a:off x="6922"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0" name="Freeform 49"/>
            <p:cNvSpPr>
              <a:spLocks noGrp="1" noRot="1" noMove="1" noResize="1" noEditPoints="1" noAdjustHandles="1" noChangeArrowheads="1" noChangeShapeType="1"/>
            </p:cNvSpPr>
            <p:nvPr userDrawn="1"/>
          </p:nvSpPr>
          <p:spPr bwMode="auto">
            <a:xfrm>
              <a:off x="6922" y="314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1" name="Freeform 50"/>
            <p:cNvSpPr>
              <a:spLocks noGrp="1" noRot="1" noMove="1" noResize="1" noEditPoints="1" noAdjustHandles="1" noChangeArrowheads="1" noChangeShapeType="1"/>
            </p:cNvSpPr>
            <p:nvPr userDrawn="1"/>
          </p:nvSpPr>
          <p:spPr bwMode="auto">
            <a:xfrm>
              <a:off x="6922"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2" name="Freeform 51"/>
            <p:cNvSpPr>
              <a:spLocks noGrp="1" noRot="1" noMove="1" noResize="1" noEditPoints="1" noAdjustHandles="1" noChangeArrowheads="1" noChangeShapeType="1"/>
            </p:cNvSpPr>
            <p:nvPr userDrawn="1"/>
          </p:nvSpPr>
          <p:spPr bwMode="auto">
            <a:xfrm>
              <a:off x="6796"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3" name="Freeform 52"/>
            <p:cNvSpPr>
              <a:spLocks noGrp="1" noRot="1" noMove="1" noResize="1" noEditPoints="1" noAdjustHandles="1" noChangeArrowheads="1" noChangeShapeType="1"/>
            </p:cNvSpPr>
            <p:nvPr userDrawn="1"/>
          </p:nvSpPr>
          <p:spPr bwMode="auto">
            <a:xfrm>
              <a:off x="6796" y="382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4" name="Freeform 53"/>
            <p:cNvSpPr>
              <a:spLocks noGrp="1" noRot="1" noMove="1" noResize="1" noEditPoints="1" noAdjustHandles="1" noChangeArrowheads="1" noChangeShapeType="1"/>
            </p:cNvSpPr>
            <p:nvPr userDrawn="1"/>
          </p:nvSpPr>
          <p:spPr bwMode="auto">
            <a:xfrm>
              <a:off x="7554" y="3241"/>
              <a:ext cx="126" cy="196"/>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0"/>
                  </a:lnTo>
                  <a:lnTo>
                    <a:pt x="554" y="433"/>
                  </a:lnTo>
                  <a:lnTo>
                    <a:pt x="554" y="865"/>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5" name="Freeform 54"/>
            <p:cNvSpPr>
              <a:spLocks noGrp="1" noRot="1" noMove="1" noResize="1" noEditPoints="1" noAdjustHandles="1" noChangeArrowheads="1" noChangeShapeType="1"/>
            </p:cNvSpPr>
            <p:nvPr userDrawn="1"/>
          </p:nvSpPr>
          <p:spPr bwMode="auto">
            <a:xfrm>
              <a:off x="7048" y="3829"/>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6" name="Freeform 55"/>
            <p:cNvSpPr>
              <a:spLocks noGrp="1" noRot="1" noMove="1" noResize="1" noEditPoints="1" noAdjustHandles="1" noChangeArrowheads="1" noChangeShapeType="1"/>
            </p:cNvSpPr>
            <p:nvPr userDrawn="1"/>
          </p:nvSpPr>
          <p:spPr bwMode="auto">
            <a:xfrm>
              <a:off x="7301" y="35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7" name="Freeform 56"/>
            <p:cNvSpPr>
              <a:spLocks noGrp="1" noRot="1" noMove="1" noResize="1" noEditPoints="1" noAdjustHandles="1" noChangeArrowheads="1" noChangeShapeType="1"/>
            </p:cNvSpPr>
            <p:nvPr userDrawn="1"/>
          </p:nvSpPr>
          <p:spPr bwMode="auto">
            <a:xfrm>
              <a:off x="7048" y="3339"/>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8" name="Freeform 57"/>
            <p:cNvSpPr>
              <a:spLocks noGrp="1" noRot="1" noMove="1" noResize="1" noEditPoints="1" noAdjustHandles="1" noChangeArrowheads="1" noChangeShapeType="1"/>
            </p:cNvSpPr>
            <p:nvPr userDrawn="1"/>
          </p:nvSpPr>
          <p:spPr bwMode="auto">
            <a:xfrm>
              <a:off x="6922" y="412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9" name="Freeform 58"/>
            <p:cNvSpPr>
              <a:spLocks noGrp="1" noRot="1" noMove="1" noResize="1" noEditPoints="1" noAdjustHandles="1" noChangeArrowheads="1" noChangeShapeType="1"/>
            </p:cNvSpPr>
            <p:nvPr userDrawn="1"/>
          </p:nvSpPr>
          <p:spPr bwMode="auto">
            <a:xfrm>
              <a:off x="6669" y="3927"/>
              <a:ext cx="127" cy="197"/>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0" name="Freeform 59"/>
            <p:cNvSpPr>
              <a:spLocks noGrp="1" noRot="1" noMove="1" noResize="1" noEditPoints="1" noAdjustHandles="1" noChangeArrowheads="1" noChangeShapeType="1"/>
            </p:cNvSpPr>
            <p:nvPr userDrawn="1"/>
          </p:nvSpPr>
          <p:spPr bwMode="auto">
            <a:xfrm>
              <a:off x="6669" y="3731"/>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1" name="Freeform 60"/>
            <p:cNvSpPr>
              <a:spLocks noGrp="1" noRot="1" noMove="1" noResize="1" noEditPoints="1" noAdjustHandles="1" noChangeArrowheads="1" noChangeShapeType="1"/>
            </p:cNvSpPr>
            <p:nvPr userDrawn="1"/>
          </p:nvSpPr>
          <p:spPr bwMode="auto">
            <a:xfrm>
              <a:off x="7427" y="3927"/>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2" name="Freeform 61"/>
            <p:cNvSpPr>
              <a:spLocks noGrp="1" noRot="1" noMove="1" noResize="1" noEditPoints="1" noAdjustHandles="1" noChangeArrowheads="1" noChangeShapeType="1"/>
            </p:cNvSpPr>
            <p:nvPr userDrawn="1"/>
          </p:nvSpPr>
          <p:spPr bwMode="auto">
            <a:xfrm>
              <a:off x="7301" y="3927"/>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3" name="Freeform 62"/>
            <p:cNvSpPr>
              <a:spLocks noGrp="1" noRot="1" noMove="1" noResize="1" noEditPoints="1" noAdjustHandles="1" noChangeArrowheads="1" noChangeShapeType="1"/>
            </p:cNvSpPr>
            <p:nvPr userDrawn="1"/>
          </p:nvSpPr>
          <p:spPr bwMode="auto">
            <a:xfrm>
              <a:off x="7301" y="402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4" name="Freeform 63"/>
            <p:cNvSpPr>
              <a:spLocks noGrp="1" noRot="1" noMove="1" noResize="1" noEditPoints="1" noAdjustHandles="1" noChangeArrowheads="1" noChangeShapeType="1"/>
            </p:cNvSpPr>
            <p:nvPr userDrawn="1"/>
          </p:nvSpPr>
          <p:spPr bwMode="auto">
            <a:xfrm>
              <a:off x="5911" y="392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pic>
        <p:nvPicPr>
          <p:cNvPr id="19" name="UNIVERSITÄT PADERBORN Logo"/>
          <p:cNvPicPr>
            <a:picLocks noGrp="1" noRot="1" noChangeAspect="1" noMove="1" noResize="1" noEditPoints="1" noAdjustHandles="1" noChangeArrowheads="1" noChangeShapeType="1" noCrop="1"/>
          </p:cNvPicPr>
          <p:nvPr userDrawn="1"/>
        </p:nvPicPr>
        <p:blipFill>
          <a:blip r:embed="rId2"/>
          <a:stretch/>
        </p:blipFill>
        <p:spPr bwMode="auto">
          <a:xfrm>
            <a:off x="351364" y="254012"/>
            <a:ext cx="2584799" cy="1052305"/>
          </a:xfrm>
          <a:prstGeom prst="rect">
            <a:avLst/>
          </a:prstGeom>
        </p:spPr>
      </p:pic>
      <p:sp>
        <p:nvSpPr>
          <p:cNvPr id="15" name="Logo Trenner"/>
          <p:cNvSpPr>
            <a:spLocks noChangeAspect="1"/>
          </p:cNvSpPr>
          <p:nvPr userDrawn="1"/>
        </p:nvSpPr>
        <p:spPr bwMode="auto">
          <a:xfrm>
            <a:off x="2928938" y="430213"/>
            <a:ext cx="33337" cy="733424"/>
          </a:xfrm>
          <a:custGeom>
            <a:avLst/>
            <a:gdLst>
              <a:gd name="T0" fmla="*/ 71 w 71"/>
              <a:gd name="T1" fmla="*/ 1962 h 2018"/>
              <a:gd name="T2" fmla="*/ 71 w 71"/>
              <a:gd name="T3" fmla="*/ 0 h 2018"/>
              <a:gd name="T4" fmla="*/ 0 w 71"/>
              <a:gd name="T5" fmla="*/ 58 h 2018"/>
              <a:gd name="T6" fmla="*/ 0 w 71"/>
              <a:gd name="T7" fmla="*/ 2018 h 2018"/>
              <a:gd name="T8" fmla="*/ 71 w 71"/>
              <a:gd name="T9" fmla="*/ 1962 h 2018"/>
            </a:gdLst>
            <a:ahLst/>
            <a:cxnLst>
              <a:cxn ang="0">
                <a:pos x="T0" y="T1"/>
              </a:cxn>
              <a:cxn ang="0">
                <a:pos x="T2" y="T3"/>
              </a:cxn>
              <a:cxn ang="0">
                <a:pos x="T4" y="T5"/>
              </a:cxn>
              <a:cxn ang="0">
                <a:pos x="T6" y="T7"/>
              </a:cxn>
              <a:cxn ang="0">
                <a:pos x="T8" y="T9"/>
              </a:cxn>
            </a:cxnLst>
            <a:rect l="0" t="0" r="r" b="b"/>
            <a:pathLst>
              <a:path w="71" h="2018" extrusionOk="0">
                <a:moveTo>
                  <a:pt x="71" y="1962"/>
                </a:moveTo>
                <a:lnTo>
                  <a:pt x="71" y="0"/>
                </a:lnTo>
                <a:lnTo>
                  <a:pt x="0" y="58"/>
                </a:lnTo>
                <a:lnTo>
                  <a:pt x="0" y="2018"/>
                </a:lnTo>
                <a:lnTo>
                  <a:pt x="71" y="1962"/>
                </a:lnTo>
                <a:close/>
              </a:path>
            </a:pathLst>
          </a:custGeom>
          <a:solidFill>
            <a:srgbClr val="E8E8E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 name="Text"/>
          <p:cNvSpPr>
            <a:spLocks noGrp="1"/>
          </p:cNvSpPr>
          <p:nvPr>
            <p:ph type="body" orient="vert" idx="12" hasCustomPrompt="1"/>
          </p:nvPr>
        </p:nvSpPr>
        <p:spPr bwMode="auto">
          <a:xfrm>
            <a:off x="1219200" y="5688013"/>
            <a:ext cx="8548688" cy="684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pPr>
              <a:defRPr/>
            </a:pPr>
            <a:r>
              <a:rPr lang="de-DE"/>
              <a:t>Akademischer Titel Vorname Nachname Referent*in</a:t>
            </a:r>
            <a:br>
              <a:rPr lang="de-DE"/>
            </a:br>
            <a:r>
              <a:rPr lang="de-DE"/>
              <a:t>XX. Monat 20XX</a:t>
            </a:r>
            <a:endParaRPr/>
          </a:p>
        </p:txBody>
      </p:sp>
      <p:sp>
        <p:nvSpPr>
          <p:cNvPr id="3" name="Untertitel"/>
          <p:cNvSpPr>
            <a:spLocks noGrp="1"/>
          </p:cNvSpPr>
          <p:nvPr>
            <p:ph type="subTitle" idx="1" hasCustomPrompt="1"/>
          </p:nvPr>
        </p:nvSpPr>
        <p:spPr bwMode="auto">
          <a:xfrm>
            <a:off x="1219200" y="3803651"/>
            <a:ext cx="8548688" cy="1332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pPr>
              <a:defRPr/>
            </a:pPr>
            <a:r>
              <a:rPr lang="de-DE"/>
              <a:t>Bitte diese Vorlage für Zusatzlogos verwenden, die im Original eher breiter als hoch angelegt sind. Logo wird automatisch ausgerichtet. Bitte die Platzierung nicht selbstständig vornehmen. Das Logo darf maximal so hoch sein wie die Wortmarke im UPB-Logo.</a:t>
            </a:r>
            <a:endParaRPr/>
          </a:p>
        </p:txBody>
      </p:sp>
      <p:sp>
        <p:nvSpPr>
          <p:cNvPr id="2" name="Titel"/>
          <p:cNvSpPr>
            <a:spLocks noGrp="1"/>
          </p:cNvSpPr>
          <p:nvPr>
            <p:ph type="ctrTitle" hasCustomPrompt="1"/>
          </p:nvPr>
        </p:nvSpPr>
        <p:spPr bwMode="auto">
          <a:xfrm>
            <a:off x="1219200" y="2119591"/>
            <a:ext cx="8548688" cy="1225272"/>
          </a:xfrm>
        </p:spPr>
        <p:txBody>
          <a:bodyPr anchor="b"/>
          <a:lstStyle>
            <a:lvl1pPr algn="l">
              <a:defRPr sz="3500"/>
            </a:lvl1pPr>
          </a:lstStyle>
          <a:p>
            <a:pPr>
              <a:defRPr/>
            </a:pPr>
            <a:r>
              <a:rPr lang="de-DE"/>
              <a:t>Titel der Präsentation </a:t>
            </a:r>
            <a:br>
              <a:rPr lang="de-DE"/>
            </a:br>
            <a:r>
              <a:rPr lang="de-DE"/>
              <a:t>mit horizontalem Zusatzlogo</a:t>
            </a:r>
            <a:endParaRPr/>
          </a:p>
        </p:txBody>
      </p:sp>
      <p:sp>
        <p:nvSpPr>
          <p:cNvPr id="85" name="Zusatzlogo"/>
          <p:cNvSpPr>
            <a:spLocks noGrp="1"/>
          </p:cNvSpPr>
          <p:nvPr>
            <p:ph type="clipArt" sz="quarter" idx="14" hasCustomPrompt="1"/>
          </p:nvPr>
        </p:nvSpPr>
        <p:spPr bwMode="auto">
          <a:xfrm>
            <a:off x="3128439" y="712470"/>
            <a:ext cx="1512000" cy="417600"/>
          </a:xfrm>
        </p:spPr>
        <p:txBody>
          <a:bodyPr wrap="none" lIns="1728000"/>
          <a:lstStyle>
            <a:lvl1pPr>
              <a:lnSpc>
                <a:spcPct val="100000"/>
              </a:lnSpc>
              <a:defRPr sz="1200"/>
            </a:lvl1pPr>
          </a:lstStyle>
          <a:p>
            <a:pPr>
              <a:defRPr/>
            </a:pPr>
            <a:r>
              <a:rPr lang="de-DE"/>
              <a:t>Zusatzlogo einfügen</a:t>
            </a:r>
            <a:br>
              <a:rPr lang="de-DE"/>
            </a:br>
            <a:r>
              <a:rPr lang="de-DE"/>
              <a:t>per Drag-and-Drop</a:t>
            </a:r>
            <a:endParaRPr/>
          </a:p>
        </p:txBody>
      </p:sp>
      <p:sp>
        <p:nvSpPr>
          <p:cNvPr id="92" name="Foliennummer"/>
          <p:cNvSpPr>
            <a:spLocks noGrp="1"/>
          </p:cNvSpPr>
          <p:nvPr>
            <p:ph type="sldNum" sz="quarter" idx="11"/>
          </p:nvPr>
        </p:nvSpPr>
        <p:spPr bwMode="auto">
          <a:xfrm>
            <a:off x="11089560" y="7200000"/>
            <a:ext cx="504000" cy="185738"/>
          </a:xfrm>
          <a:prstGeom prst="rect">
            <a:avLst/>
          </a:prstGeom>
          <a:solidFill>
            <a:srgbClr val="E6E6E6"/>
          </a:solidFill>
        </p:spPr>
        <p:txBody>
          <a:bodyPr/>
          <a:lstStyle>
            <a:lvl1pPr>
              <a:defRPr>
                <a:solidFill>
                  <a:srgbClr val="E6E6E6"/>
                </a:solidFill>
              </a:defRPr>
            </a:lvl1pPr>
          </a:lstStyle>
          <a:p>
            <a:pPr>
              <a:defRPr/>
            </a:pPr>
            <a:fld id="{11DE32AD-F86D-4804-839F-80A6732D429D}" type="slidenum">
              <a:rPr lang="de-DE"/>
              <a:t>‹#›</a:t>
            </a:fld>
            <a:endParaRPr lang="de-DE"/>
          </a:p>
        </p:txBody>
      </p:sp>
      <p:sp>
        <p:nvSpPr>
          <p:cNvPr id="93" name="Fußzeile"/>
          <p:cNvSpPr>
            <a:spLocks noGrp="1"/>
          </p:cNvSpPr>
          <p:nvPr>
            <p:ph type="ftr" sz="quarter" idx="10"/>
          </p:nvPr>
        </p:nvSpPr>
        <p:spPr bwMode="auto">
          <a:xfrm>
            <a:off x="421200" y="7200000"/>
            <a:ext cx="25400" cy="185738"/>
          </a:xfrm>
          <a:prstGeom prst="rect">
            <a:avLst/>
          </a:prstGeom>
          <a:solidFill>
            <a:srgbClr val="E6E6E6"/>
          </a:solidFill>
        </p:spPr>
        <p:txBody>
          <a:bodyPr/>
          <a:lstStyle>
            <a:lvl1pPr>
              <a:defRPr>
                <a:solidFill>
                  <a:srgbClr val="E6E6E6"/>
                </a:solidFill>
              </a:defRPr>
            </a:lvl1pPr>
          </a:lstStyle>
          <a:p>
            <a:pPr>
              <a:defRPr/>
            </a:pPr>
            <a:r>
              <a:rPr lang="de-DE"/>
              <a:t>Prof. Dr. Oliver Müller | Diagnosing and Mitigating Shortcut Learning in ML-Based IS Research | September 2023</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elfolie mit ZusatzlogoQ/V">
    <p:spTree>
      <p:nvGrpSpPr>
        <p:cNvPr id="1" name=""/>
        <p:cNvGrpSpPr/>
        <p:nvPr/>
      </p:nvGrpSpPr>
      <p:grpSpPr bwMode="auto">
        <a:xfrm>
          <a:off x="0" y="0"/>
          <a:ext cx="0" cy="0"/>
          <a:chOff x="0" y="0"/>
          <a:chExt cx="0" cy="0"/>
        </a:xfrm>
      </p:grpSpPr>
      <p:grpSp>
        <p:nvGrpSpPr>
          <p:cNvPr id="25" name="Grafik"/>
          <p:cNvGrpSpPr>
            <a:grpSpLocks noGrp="1" noUngrp="1" noRot="1" noMove="1" noResize="1"/>
          </p:cNvGrpSpPr>
          <p:nvPr userDrawn="1"/>
        </p:nvGrpSpPr>
        <p:grpSpPr bwMode="auto">
          <a:xfrm>
            <a:off x="9383713" y="315913"/>
            <a:ext cx="2808287" cy="6542087"/>
            <a:chOff x="5911" y="199"/>
            <a:chExt cx="1769" cy="4121"/>
          </a:xfrm>
        </p:grpSpPr>
        <p:sp>
          <p:nvSpPr>
            <p:cNvPr id="26" name="Freeform 5"/>
            <p:cNvSpPr>
              <a:spLocks noGrp="1" noRot="1" noMove="1" noResize="1" noEditPoints="1" noAdjustHandles="1" noChangeArrowheads="1" noChangeShapeType="1"/>
            </p:cNvSpPr>
            <p:nvPr userDrawn="1"/>
          </p:nvSpPr>
          <p:spPr bwMode="auto">
            <a:xfrm>
              <a:off x="6543" y="297"/>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7" name="Freeform 6"/>
            <p:cNvSpPr>
              <a:spLocks noGrp="1" noRot="1" noMove="1" noResize="1" noEditPoints="1" noAdjustHandles="1" noChangeArrowheads="1" noChangeShapeType="1"/>
            </p:cNvSpPr>
            <p:nvPr userDrawn="1"/>
          </p:nvSpPr>
          <p:spPr bwMode="auto">
            <a:xfrm>
              <a:off x="6922" y="29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8" name="Freeform 7"/>
            <p:cNvSpPr>
              <a:spLocks noGrp="1" noRot="1" noMove="1" noResize="1" noEditPoints="1" noAdjustHandles="1" noChangeArrowheads="1" noChangeShapeType="1"/>
            </p:cNvSpPr>
            <p:nvPr userDrawn="1"/>
          </p:nvSpPr>
          <p:spPr bwMode="auto">
            <a:xfrm>
              <a:off x="6922"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9" name="Freeform 8"/>
            <p:cNvSpPr>
              <a:spLocks noGrp="1" noRot="1" noMove="1" noResize="1" noEditPoints="1" noAdjustHandles="1" noChangeArrowheads="1" noChangeShapeType="1"/>
            </p:cNvSpPr>
            <p:nvPr userDrawn="1"/>
          </p:nvSpPr>
          <p:spPr bwMode="auto">
            <a:xfrm>
              <a:off x="7048" y="493"/>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0" name="Freeform 9"/>
            <p:cNvSpPr>
              <a:spLocks noGrp="1" noRot="1" noMove="1" noResize="1" noEditPoints="1" noAdjustHandles="1" noChangeArrowheads="1" noChangeShapeType="1"/>
            </p:cNvSpPr>
            <p:nvPr userDrawn="1"/>
          </p:nvSpPr>
          <p:spPr bwMode="auto">
            <a:xfrm>
              <a:off x="7301" y="199"/>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1" name="Freeform 10"/>
            <p:cNvSpPr>
              <a:spLocks noGrp="1" noRot="1" noMove="1" noResize="1" noEditPoints="1" noAdjustHandles="1" noChangeArrowheads="1" noChangeShapeType="1"/>
            </p:cNvSpPr>
            <p:nvPr userDrawn="1"/>
          </p:nvSpPr>
          <p:spPr bwMode="auto">
            <a:xfrm>
              <a:off x="7301"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181C62"/>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2" name="Freeform 11"/>
            <p:cNvSpPr>
              <a:spLocks noGrp="1" noRot="1" noMove="1" noResize="1" noEditPoints="1" noAdjustHandles="1" noChangeArrowheads="1" noChangeShapeType="1"/>
            </p:cNvSpPr>
            <p:nvPr userDrawn="1"/>
          </p:nvSpPr>
          <p:spPr bwMode="auto">
            <a:xfrm>
              <a:off x="7175" y="592"/>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3" name="Freeform 12"/>
            <p:cNvSpPr>
              <a:spLocks noGrp="1" noRot="1" noMove="1" noResize="1" noEditPoints="1" noAdjustHandles="1" noChangeArrowheads="1" noChangeShapeType="1"/>
            </p:cNvSpPr>
            <p:nvPr userDrawn="1"/>
          </p:nvSpPr>
          <p:spPr bwMode="auto">
            <a:xfrm>
              <a:off x="7301"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4" name="Freeform 13"/>
            <p:cNvSpPr>
              <a:spLocks noGrp="1" noRot="1" noMove="1" noResize="1" noEditPoints="1" noAdjustHandles="1" noChangeArrowheads="1" noChangeShapeType="1"/>
            </p:cNvSpPr>
            <p:nvPr userDrawn="1"/>
          </p:nvSpPr>
          <p:spPr bwMode="auto">
            <a:xfrm>
              <a:off x="7175"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5" name="Freeform 14"/>
            <p:cNvSpPr>
              <a:spLocks noGrp="1" noRot="1" noMove="1" noResize="1" noEditPoints="1" noAdjustHandles="1" noChangeArrowheads="1" noChangeShapeType="1"/>
            </p:cNvSpPr>
            <p:nvPr userDrawn="1"/>
          </p:nvSpPr>
          <p:spPr bwMode="auto">
            <a:xfrm>
              <a:off x="7427" y="395"/>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6" name="Freeform 15"/>
            <p:cNvSpPr>
              <a:spLocks noGrp="1" noRot="1" noMove="1" noResize="1" noEditPoints="1" noAdjustHandles="1" noChangeArrowheads="1" noChangeShapeType="1"/>
            </p:cNvSpPr>
            <p:nvPr userDrawn="1"/>
          </p:nvSpPr>
          <p:spPr bwMode="auto">
            <a:xfrm>
              <a:off x="6796"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7" name="Freeform 16"/>
            <p:cNvSpPr>
              <a:spLocks noGrp="1" noRot="1" noMove="1" noResize="1" noEditPoints="1" noAdjustHandles="1" noChangeArrowheads="1" noChangeShapeType="1"/>
            </p:cNvSpPr>
            <p:nvPr userDrawn="1"/>
          </p:nvSpPr>
          <p:spPr bwMode="auto">
            <a:xfrm>
              <a:off x="6669" y="3437"/>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8" name="Freeform 17"/>
            <p:cNvSpPr>
              <a:spLocks noGrp="1" noRot="1" noMove="1" noResize="1" noEditPoints="1" noAdjustHandles="1" noChangeArrowheads="1" noChangeShapeType="1"/>
            </p:cNvSpPr>
            <p:nvPr userDrawn="1"/>
          </p:nvSpPr>
          <p:spPr bwMode="auto">
            <a:xfrm>
              <a:off x="6417"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9" name="Freeform 18"/>
            <p:cNvSpPr>
              <a:spLocks noGrp="1" noRot="1" noMove="1" noResize="1" noEditPoints="1" noAdjustHandles="1" noChangeArrowheads="1" noChangeShapeType="1"/>
            </p:cNvSpPr>
            <p:nvPr userDrawn="1"/>
          </p:nvSpPr>
          <p:spPr bwMode="auto">
            <a:xfrm>
              <a:off x="6543" y="4026"/>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0" name="Freeform 19"/>
            <p:cNvSpPr>
              <a:spLocks noGrp="1" noRot="1" noMove="1" noResize="1" noEditPoints="1" noAdjustHandles="1" noChangeArrowheads="1" noChangeShapeType="1"/>
            </p:cNvSpPr>
            <p:nvPr userDrawn="1"/>
          </p:nvSpPr>
          <p:spPr bwMode="auto">
            <a:xfrm>
              <a:off x="7301" y="37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1" name="Freeform 20"/>
            <p:cNvSpPr>
              <a:spLocks noGrp="1" noRot="1" noMove="1" noResize="1" noEditPoints="1" noAdjustHandles="1" noChangeArrowheads="1" noChangeShapeType="1"/>
            </p:cNvSpPr>
            <p:nvPr userDrawn="1"/>
          </p:nvSpPr>
          <p:spPr bwMode="auto">
            <a:xfrm>
              <a:off x="7427" y="4026"/>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2" name="Freeform 21"/>
            <p:cNvSpPr>
              <a:spLocks noGrp="1" noRot="1" noMove="1" noResize="1" noEditPoints="1" noAdjustHandles="1" noChangeArrowheads="1" noChangeShapeType="1"/>
            </p:cNvSpPr>
            <p:nvPr userDrawn="1"/>
          </p:nvSpPr>
          <p:spPr bwMode="auto">
            <a:xfrm>
              <a:off x="7427" y="3829"/>
              <a:ext cx="127"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3" name="Freeform 22"/>
            <p:cNvSpPr>
              <a:spLocks noGrp="1" noRot="1" noMove="1" noResize="1" noEditPoints="1" noAdjustHandles="1" noChangeArrowheads="1" noChangeShapeType="1"/>
            </p:cNvSpPr>
            <p:nvPr userDrawn="1"/>
          </p:nvSpPr>
          <p:spPr bwMode="auto">
            <a:xfrm>
              <a:off x="7301" y="3829"/>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4" name="Freeform 23"/>
            <p:cNvSpPr>
              <a:spLocks noGrp="1" noRot="1" noMove="1" noResize="1" noEditPoints="1" noAdjustHandles="1" noChangeArrowheads="1" noChangeShapeType="1"/>
            </p:cNvSpPr>
            <p:nvPr userDrawn="1"/>
          </p:nvSpPr>
          <p:spPr bwMode="auto">
            <a:xfrm>
              <a:off x="7175"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5" name="Freeform 24"/>
            <p:cNvSpPr>
              <a:spLocks noGrp="1" noRot="1" noMove="1" noResize="1" noEditPoints="1" noAdjustHandles="1" noChangeArrowheads="1" noChangeShapeType="1"/>
            </p:cNvSpPr>
            <p:nvPr userDrawn="1"/>
          </p:nvSpPr>
          <p:spPr bwMode="auto">
            <a:xfrm>
              <a:off x="7175" y="392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6" name="Freeform 25"/>
            <p:cNvSpPr>
              <a:spLocks noGrp="1" noRot="1" noMove="1" noResize="1" noEditPoints="1" noAdjustHandles="1" noChangeArrowheads="1" noChangeShapeType="1"/>
            </p:cNvSpPr>
            <p:nvPr userDrawn="1"/>
          </p:nvSpPr>
          <p:spPr bwMode="auto">
            <a:xfrm>
              <a:off x="7048" y="4026"/>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7" name="Freeform 26"/>
            <p:cNvSpPr>
              <a:spLocks noGrp="1" noRot="1" noMove="1" noResize="1" noEditPoints="1" noAdjustHandles="1" noChangeArrowheads="1" noChangeShapeType="1"/>
            </p:cNvSpPr>
            <p:nvPr userDrawn="1"/>
          </p:nvSpPr>
          <p:spPr bwMode="auto">
            <a:xfrm>
              <a:off x="6922"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8" name="Freeform 27"/>
            <p:cNvSpPr>
              <a:spLocks noGrp="1" noRot="1" noMove="1" noResize="1" noEditPoints="1" noAdjustHandles="1" noChangeArrowheads="1" noChangeShapeType="1"/>
            </p:cNvSpPr>
            <p:nvPr userDrawn="1"/>
          </p:nvSpPr>
          <p:spPr bwMode="auto">
            <a:xfrm>
              <a:off x="7301" y="33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9" name="Freeform 28"/>
            <p:cNvSpPr>
              <a:spLocks noGrp="1" noRot="1" noMove="1" noResize="1" noEditPoints="1" noAdjustHandles="1" noChangeArrowheads="1" noChangeShapeType="1"/>
            </p:cNvSpPr>
            <p:nvPr userDrawn="1"/>
          </p:nvSpPr>
          <p:spPr bwMode="auto">
            <a:xfrm>
              <a:off x="7427" y="3633"/>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0" name="Freeform 29"/>
            <p:cNvSpPr>
              <a:spLocks noGrp="1" noRot="1" noMove="1" noResize="1" noEditPoints="1" noAdjustHandles="1" noChangeArrowheads="1" noChangeShapeType="1"/>
            </p:cNvSpPr>
            <p:nvPr userDrawn="1"/>
          </p:nvSpPr>
          <p:spPr bwMode="auto">
            <a:xfrm>
              <a:off x="7427" y="3241"/>
              <a:ext cx="127" cy="196"/>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extrusionOk="0">
                  <a:moveTo>
                    <a:pt x="554" y="433"/>
                  </a:moveTo>
                  <a:lnTo>
                    <a:pt x="0" y="865"/>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1" name="Freeform 30"/>
            <p:cNvSpPr>
              <a:spLocks noGrp="1" noRot="1" noMove="1" noResize="1" noEditPoints="1" noAdjustHandles="1" noChangeArrowheads="1" noChangeShapeType="1"/>
            </p:cNvSpPr>
            <p:nvPr userDrawn="1"/>
          </p:nvSpPr>
          <p:spPr bwMode="auto">
            <a:xfrm>
              <a:off x="7427" y="3437"/>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2" name="Freeform 31"/>
            <p:cNvSpPr>
              <a:spLocks noGrp="1" noRot="1" noMove="1" noResize="1" noEditPoints="1" noAdjustHandles="1" noChangeArrowheads="1" noChangeShapeType="1"/>
            </p:cNvSpPr>
            <p:nvPr userDrawn="1"/>
          </p:nvSpPr>
          <p:spPr bwMode="auto">
            <a:xfrm>
              <a:off x="7048" y="3535"/>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3" name="Freeform 32"/>
            <p:cNvSpPr>
              <a:spLocks noGrp="1" noRot="1" noMove="1" noResize="1" noEditPoints="1" noAdjustHandles="1" noChangeArrowheads="1" noChangeShapeType="1"/>
            </p:cNvSpPr>
            <p:nvPr userDrawn="1"/>
          </p:nvSpPr>
          <p:spPr bwMode="auto">
            <a:xfrm>
              <a:off x="7301" y="304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4" name="Freeform 33"/>
            <p:cNvSpPr>
              <a:spLocks noGrp="1" noRot="1" noMove="1" noResize="1" noEditPoints="1" noAdjustHandles="1" noChangeArrowheads="1" noChangeShapeType="1"/>
            </p:cNvSpPr>
            <p:nvPr userDrawn="1"/>
          </p:nvSpPr>
          <p:spPr bwMode="auto">
            <a:xfrm>
              <a:off x="7175"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5" name="Freeform 34"/>
            <p:cNvSpPr>
              <a:spLocks noGrp="1" noRot="1" noMove="1" noResize="1" noEditPoints="1" noAdjustHandles="1" noChangeArrowheads="1" noChangeShapeType="1"/>
            </p:cNvSpPr>
            <p:nvPr userDrawn="1"/>
          </p:nvSpPr>
          <p:spPr bwMode="auto">
            <a:xfrm>
              <a:off x="7301" y="3241"/>
              <a:ext cx="126"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865"/>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6" name="Freeform 35"/>
            <p:cNvSpPr>
              <a:spLocks noGrp="1" noRot="1" noMove="1" noResize="1" noEditPoints="1" noAdjustHandles="1" noChangeArrowheads="1" noChangeShapeType="1"/>
            </p:cNvSpPr>
            <p:nvPr userDrawn="1"/>
          </p:nvSpPr>
          <p:spPr bwMode="auto">
            <a:xfrm>
              <a:off x="7301" y="314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7" name="Freeform 36"/>
            <p:cNvSpPr>
              <a:spLocks noGrp="1" noRot="1" noMove="1" noResize="1" noEditPoints="1" noAdjustHandles="1" noChangeArrowheads="1" noChangeShapeType="1"/>
            </p:cNvSpPr>
            <p:nvPr userDrawn="1"/>
          </p:nvSpPr>
          <p:spPr bwMode="auto">
            <a:xfrm>
              <a:off x="7427" y="314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8" name="Freeform 37"/>
            <p:cNvSpPr>
              <a:spLocks noGrp="1" noRot="1" noMove="1" noResize="1" noEditPoints="1" noAdjustHandles="1" noChangeArrowheads="1" noChangeShapeType="1"/>
            </p:cNvSpPr>
            <p:nvPr userDrawn="1"/>
          </p:nvSpPr>
          <p:spPr bwMode="auto">
            <a:xfrm>
              <a:off x="7554" y="373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9" name="Freeform 38"/>
            <p:cNvSpPr>
              <a:spLocks noGrp="1" noRot="1" noMove="1" noResize="1" noEditPoints="1" noAdjustHandles="1" noChangeArrowheads="1" noChangeShapeType="1"/>
            </p:cNvSpPr>
            <p:nvPr userDrawn="1"/>
          </p:nvSpPr>
          <p:spPr bwMode="auto">
            <a:xfrm>
              <a:off x="7175" y="343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0" name="Freeform 39"/>
            <p:cNvSpPr>
              <a:spLocks noGrp="1" noRot="1" noMove="1" noResize="1" noEditPoints="1" noAdjustHandles="1" noChangeArrowheads="1" noChangeShapeType="1"/>
            </p:cNvSpPr>
            <p:nvPr userDrawn="1"/>
          </p:nvSpPr>
          <p:spPr bwMode="auto">
            <a:xfrm>
              <a:off x="7048" y="3437"/>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1" name="Freeform 40"/>
            <p:cNvSpPr>
              <a:spLocks noGrp="1" noRot="1" noMove="1" noResize="1" noEditPoints="1" noAdjustHandles="1" noChangeArrowheads="1" noChangeShapeType="1"/>
            </p:cNvSpPr>
            <p:nvPr userDrawn="1"/>
          </p:nvSpPr>
          <p:spPr bwMode="auto">
            <a:xfrm>
              <a:off x="7554" y="3143"/>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extrusionOk="0">
                  <a:moveTo>
                    <a:pt x="0" y="865"/>
                  </a:moveTo>
                  <a:lnTo>
                    <a:pt x="0" y="433"/>
                  </a:lnTo>
                  <a:lnTo>
                    <a:pt x="0" y="0"/>
                  </a:lnTo>
                  <a:lnTo>
                    <a:pt x="554" y="433"/>
                  </a:lnTo>
                  <a:lnTo>
                    <a:pt x="0" y="865"/>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2" name="Freeform 41"/>
            <p:cNvSpPr>
              <a:spLocks noGrp="1" noRot="1" noMove="1" noResize="1" noEditPoints="1" noAdjustHandles="1" noChangeArrowheads="1" noChangeShapeType="1"/>
            </p:cNvSpPr>
            <p:nvPr userDrawn="1"/>
          </p:nvSpPr>
          <p:spPr bwMode="auto">
            <a:xfrm>
              <a:off x="7175"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3" name="Freeform 42"/>
            <p:cNvSpPr>
              <a:spLocks noGrp="1" noRot="1" noMove="1" noResize="1" noEditPoints="1" noAdjustHandles="1" noChangeArrowheads="1" noChangeShapeType="1"/>
            </p:cNvSpPr>
            <p:nvPr userDrawn="1"/>
          </p:nvSpPr>
          <p:spPr bwMode="auto">
            <a:xfrm>
              <a:off x="7048" y="363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4" name="Freeform 43"/>
            <p:cNvSpPr>
              <a:spLocks noGrp="1" noRot="1" noMove="1" noResize="1" noEditPoints="1" noAdjustHandles="1" noChangeArrowheads="1" noChangeShapeType="1"/>
            </p:cNvSpPr>
            <p:nvPr userDrawn="1"/>
          </p:nvSpPr>
          <p:spPr bwMode="auto">
            <a:xfrm>
              <a:off x="7048" y="2652"/>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5" name="Freeform 44"/>
            <p:cNvSpPr>
              <a:spLocks noGrp="1" noRot="1" noMove="1" noResize="1" noEditPoints="1" noAdjustHandles="1" noChangeArrowheads="1" noChangeShapeType="1"/>
            </p:cNvSpPr>
            <p:nvPr userDrawn="1"/>
          </p:nvSpPr>
          <p:spPr bwMode="auto">
            <a:xfrm>
              <a:off x="7175" y="3241"/>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extrusionOk="0">
                  <a:moveTo>
                    <a:pt x="0" y="865"/>
                  </a:moveTo>
                  <a:lnTo>
                    <a:pt x="0" y="433"/>
                  </a:lnTo>
                  <a:lnTo>
                    <a:pt x="0" y="0"/>
                  </a:lnTo>
                  <a:lnTo>
                    <a:pt x="554" y="433"/>
                  </a:lnTo>
                  <a:lnTo>
                    <a:pt x="0" y="865"/>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6" name="Freeform 45"/>
            <p:cNvSpPr>
              <a:spLocks noGrp="1" noRot="1" noMove="1" noResize="1" noEditPoints="1" noAdjustHandles="1" noChangeArrowheads="1" noChangeShapeType="1"/>
            </p:cNvSpPr>
            <p:nvPr userDrawn="1"/>
          </p:nvSpPr>
          <p:spPr bwMode="auto">
            <a:xfrm>
              <a:off x="7554" y="412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7" name="Freeform 46"/>
            <p:cNvSpPr>
              <a:spLocks noGrp="1" noRot="1" noMove="1" noResize="1" noEditPoints="1" noAdjustHandles="1" noChangeArrowheads="1" noChangeShapeType="1"/>
            </p:cNvSpPr>
            <p:nvPr userDrawn="1"/>
          </p:nvSpPr>
          <p:spPr bwMode="auto">
            <a:xfrm>
              <a:off x="7301" y="225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8" name="Freeform 47"/>
            <p:cNvSpPr>
              <a:spLocks noGrp="1" noRot="1" noMove="1" noResize="1" noEditPoints="1" noAdjustHandles="1" noChangeArrowheads="1" noChangeShapeType="1"/>
            </p:cNvSpPr>
            <p:nvPr userDrawn="1"/>
          </p:nvSpPr>
          <p:spPr bwMode="auto">
            <a:xfrm>
              <a:off x="7427" y="3339"/>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9" name="Freeform 48"/>
            <p:cNvSpPr>
              <a:spLocks noGrp="1" noRot="1" noMove="1" noResize="1" noEditPoints="1" noAdjustHandles="1" noChangeArrowheads="1" noChangeShapeType="1"/>
            </p:cNvSpPr>
            <p:nvPr userDrawn="1"/>
          </p:nvSpPr>
          <p:spPr bwMode="auto">
            <a:xfrm>
              <a:off x="6922"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0" name="Freeform 49"/>
            <p:cNvSpPr>
              <a:spLocks noGrp="1" noRot="1" noMove="1" noResize="1" noEditPoints="1" noAdjustHandles="1" noChangeArrowheads="1" noChangeShapeType="1"/>
            </p:cNvSpPr>
            <p:nvPr userDrawn="1"/>
          </p:nvSpPr>
          <p:spPr bwMode="auto">
            <a:xfrm>
              <a:off x="6922" y="314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1" name="Freeform 50"/>
            <p:cNvSpPr>
              <a:spLocks noGrp="1" noRot="1" noMove="1" noResize="1" noEditPoints="1" noAdjustHandles="1" noChangeArrowheads="1" noChangeShapeType="1"/>
            </p:cNvSpPr>
            <p:nvPr userDrawn="1"/>
          </p:nvSpPr>
          <p:spPr bwMode="auto">
            <a:xfrm>
              <a:off x="6922"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2" name="Freeform 51"/>
            <p:cNvSpPr>
              <a:spLocks noGrp="1" noRot="1" noMove="1" noResize="1" noEditPoints="1" noAdjustHandles="1" noChangeArrowheads="1" noChangeShapeType="1"/>
            </p:cNvSpPr>
            <p:nvPr userDrawn="1"/>
          </p:nvSpPr>
          <p:spPr bwMode="auto">
            <a:xfrm>
              <a:off x="6796"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3" name="Freeform 52"/>
            <p:cNvSpPr>
              <a:spLocks noGrp="1" noRot="1" noMove="1" noResize="1" noEditPoints="1" noAdjustHandles="1" noChangeArrowheads="1" noChangeShapeType="1"/>
            </p:cNvSpPr>
            <p:nvPr userDrawn="1"/>
          </p:nvSpPr>
          <p:spPr bwMode="auto">
            <a:xfrm>
              <a:off x="6796" y="382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4" name="Freeform 53"/>
            <p:cNvSpPr>
              <a:spLocks noGrp="1" noRot="1" noMove="1" noResize="1" noEditPoints="1" noAdjustHandles="1" noChangeArrowheads="1" noChangeShapeType="1"/>
            </p:cNvSpPr>
            <p:nvPr userDrawn="1"/>
          </p:nvSpPr>
          <p:spPr bwMode="auto">
            <a:xfrm>
              <a:off x="7554" y="3241"/>
              <a:ext cx="126" cy="196"/>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0"/>
                  </a:lnTo>
                  <a:lnTo>
                    <a:pt x="554" y="433"/>
                  </a:lnTo>
                  <a:lnTo>
                    <a:pt x="554" y="865"/>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5" name="Freeform 54"/>
            <p:cNvSpPr>
              <a:spLocks noGrp="1" noRot="1" noMove="1" noResize="1" noEditPoints="1" noAdjustHandles="1" noChangeArrowheads="1" noChangeShapeType="1"/>
            </p:cNvSpPr>
            <p:nvPr userDrawn="1"/>
          </p:nvSpPr>
          <p:spPr bwMode="auto">
            <a:xfrm>
              <a:off x="7048" y="3829"/>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6" name="Freeform 55"/>
            <p:cNvSpPr>
              <a:spLocks noGrp="1" noRot="1" noMove="1" noResize="1" noEditPoints="1" noAdjustHandles="1" noChangeArrowheads="1" noChangeShapeType="1"/>
            </p:cNvSpPr>
            <p:nvPr userDrawn="1"/>
          </p:nvSpPr>
          <p:spPr bwMode="auto">
            <a:xfrm>
              <a:off x="7301" y="35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7" name="Freeform 56"/>
            <p:cNvSpPr>
              <a:spLocks noGrp="1" noRot="1" noMove="1" noResize="1" noEditPoints="1" noAdjustHandles="1" noChangeArrowheads="1" noChangeShapeType="1"/>
            </p:cNvSpPr>
            <p:nvPr userDrawn="1"/>
          </p:nvSpPr>
          <p:spPr bwMode="auto">
            <a:xfrm>
              <a:off x="7048" y="3339"/>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8" name="Freeform 57"/>
            <p:cNvSpPr>
              <a:spLocks noGrp="1" noRot="1" noMove="1" noResize="1" noEditPoints="1" noAdjustHandles="1" noChangeArrowheads="1" noChangeShapeType="1"/>
            </p:cNvSpPr>
            <p:nvPr userDrawn="1"/>
          </p:nvSpPr>
          <p:spPr bwMode="auto">
            <a:xfrm>
              <a:off x="6922" y="412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9" name="Freeform 58"/>
            <p:cNvSpPr>
              <a:spLocks noGrp="1" noRot="1" noMove="1" noResize="1" noEditPoints="1" noAdjustHandles="1" noChangeArrowheads="1" noChangeShapeType="1"/>
            </p:cNvSpPr>
            <p:nvPr userDrawn="1"/>
          </p:nvSpPr>
          <p:spPr bwMode="auto">
            <a:xfrm>
              <a:off x="6669" y="3927"/>
              <a:ext cx="127" cy="197"/>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0" name="Freeform 59"/>
            <p:cNvSpPr>
              <a:spLocks noGrp="1" noRot="1" noMove="1" noResize="1" noEditPoints="1" noAdjustHandles="1" noChangeArrowheads="1" noChangeShapeType="1"/>
            </p:cNvSpPr>
            <p:nvPr userDrawn="1"/>
          </p:nvSpPr>
          <p:spPr bwMode="auto">
            <a:xfrm>
              <a:off x="6669" y="3731"/>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1" name="Freeform 60"/>
            <p:cNvSpPr>
              <a:spLocks noGrp="1" noRot="1" noMove="1" noResize="1" noEditPoints="1" noAdjustHandles="1" noChangeArrowheads="1" noChangeShapeType="1"/>
            </p:cNvSpPr>
            <p:nvPr userDrawn="1"/>
          </p:nvSpPr>
          <p:spPr bwMode="auto">
            <a:xfrm>
              <a:off x="7427" y="3927"/>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2" name="Freeform 61"/>
            <p:cNvSpPr>
              <a:spLocks noGrp="1" noRot="1" noMove="1" noResize="1" noEditPoints="1" noAdjustHandles="1" noChangeArrowheads="1" noChangeShapeType="1"/>
            </p:cNvSpPr>
            <p:nvPr userDrawn="1"/>
          </p:nvSpPr>
          <p:spPr bwMode="auto">
            <a:xfrm>
              <a:off x="7301" y="3927"/>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3" name="Freeform 62"/>
            <p:cNvSpPr>
              <a:spLocks noGrp="1" noRot="1" noMove="1" noResize="1" noEditPoints="1" noAdjustHandles="1" noChangeArrowheads="1" noChangeShapeType="1"/>
            </p:cNvSpPr>
            <p:nvPr userDrawn="1"/>
          </p:nvSpPr>
          <p:spPr bwMode="auto">
            <a:xfrm>
              <a:off x="7301" y="402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4" name="Freeform 63"/>
            <p:cNvSpPr>
              <a:spLocks noGrp="1" noRot="1" noMove="1" noResize="1" noEditPoints="1" noAdjustHandles="1" noChangeArrowheads="1" noChangeShapeType="1"/>
            </p:cNvSpPr>
            <p:nvPr userDrawn="1"/>
          </p:nvSpPr>
          <p:spPr bwMode="auto">
            <a:xfrm>
              <a:off x="5911" y="392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pic>
        <p:nvPicPr>
          <p:cNvPr id="19" name="UNIVERSITÄT PADERBORN Logo"/>
          <p:cNvPicPr>
            <a:picLocks noGrp="1" noRot="1" noChangeAspect="1" noMove="1" noResize="1" noEditPoints="1" noAdjustHandles="1" noChangeArrowheads="1" noChangeShapeType="1" noCrop="1"/>
          </p:cNvPicPr>
          <p:nvPr userDrawn="1"/>
        </p:nvPicPr>
        <p:blipFill>
          <a:blip r:embed="rId2"/>
          <a:stretch/>
        </p:blipFill>
        <p:spPr bwMode="auto">
          <a:xfrm>
            <a:off x="351364" y="254012"/>
            <a:ext cx="2584799" cy="1052305"/>
          </a:xfrm>
          <a:prstGeom prst="rect">
            <a:avLst/>
          </a:prstGeom>
        </p:spPr>
      </p:pic>
      <p:sp>
        <p:nvSpPr>
          <p:cNvPr id="15" name="Logo Trenner"/>
          <p:cNvSpPr>
            <a:spLocks noChangeAspect="1"/>
          </p:cNvSpPr>
          <p:nvPr userDrawn="1"/>
        </p:nvSpPr>
        <p:spPr bwMode="auto">
          <a:xfrm>
            <a:off x="2928938" y="430213"/>
            <a:ext cx="33337" cy="733424"/>
          </a:xfrm>
          <a:custGeom>
            <a:avLst/>
            <a:gdLst>
              <a:gd name="T0" fmla="*/ 71 w 71"/>
              <a:gd name="T1" fmla="*/ 1962 h 2018"/>
              <a:gd name="T2" fmla="*/ 71 w 71"/>
              <a:gd name="T3" fmla="*/ 0 h 2018"/>
              <a:gd name="T4" fmla="*/ 0 w 71"/>
              <a:gd name="T5" fmla="*/ 58 h 2018"/>
              <a:gd name="T6" fmla="*/ 0 w 71"/>
              <a:gd name="T7" fmla="*/ 2018 h 2018"/>
              <a:gd name="T8" fmla="*/ 71 w 71"/>
              <a:gd name="T9" fmla="*/ 1962 h 2018"/>
            </a:gdLst>
            <a:ahLst/>
            <a:cxnLst>
              <a:cxn ang="0">
                <a:pos x="T0" y="T1"/>
              </a:cxn>
              <a:cxn ang="0">
                <a:pos x="T2" y="T3"/>
              </a:cxn>
              <a:cxn ang="0">
                <a:pos x="T4" y="T5"/>
              </a:cxn>
              <a:cxn ang="0">
                <a:pos x="T6" y="T7"/>
              </a:cxn>
              <a:cxn ang="0">
                <a:pos x="T8" y="T9"/>
              </a:cxn>
            </a:cxnLst>
            <a:rect l="0" t="0" r="r" b="b"/>
            <a:pathLst>
              <a:path w="71" h="2018" extrusionOk="0">
                <a:moveTo>
                  <a:pt x="71" y="1962"/>
                </a:moveTo>
                <a:lnTo>
                  <a:pt x="71" y="0"/>
                </a:lnTo>
                <a:lnTo>
                  <a:pt x="0" y="58"/>
                </a:lnTo>
                <a:lnTo>
                  <a:pt x="0" y="2018"/>
                </a:lnTo>
                <a:lnTo>
                  <a:pt x="71" y="1962"/>
                </a:lnTo>
                <a:close/>
              </a:path>
            </a:pathLst>
          </a:custGeom>
          <a:solidFill>
            <a:srgbClr val="E8E8E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 name="Text"/>
          <p:cNvSpPr>
            <a:spLocks noGrp="1"/>
          </p:cNvSpPr>
          <p:nvPr userDrawn="1">
            <p:ph type="body" orient="vert" idx="12" hasCustomPrompt="1"/>
          </p:nvPr>
        </p:nvSpPr>
        <p:spPr bwMode="auto">
          <a:xfrm>
            <a:off x="1219200" y="5688013"/>
            <a:ext cx="8548688" cy="684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pPr>
              <a:defRPr/>
            </a:pPr>
            <a:r>
              <a:rPr lang="de-DE"/>
              <a:t>Akademischer Titel Vorname Nachname Referent*in</a:t>
            </a:r>
            <a:br>
              <a:rPr lang="de-DE"/>
            </a:br>
            <a:r>
              <a:rPr lang="de-DE"/>
              <a:t>XX. Monat 20XX</a:t>
            </a:r>
            <a:endParaRPr/>
          </a:p>
        </p:txBody>
      </p:sp>
      <p:sp>
        <p:nvSpPr>
          <p:cNvPr id="3" name="Untertitel"/>
          <p:cNvSpPr>
            <a:spLocks noGrp="1"/>
          </p:cNvSpPr>
          <p:nvPr userDrawn="1">
            <p:ph type="subTitle" idx="1" hasCustomPrompt="1"/>
          </p:nvPr>
        </p:nvSpPr>
        <p:spPr bwMode="auto">
          <a:xfrm>
            <a:off x="1219200" y="3803651"/>
            <a:ext cx="8548688" cy="1332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pPr>
              <a:defRPr/>
            </a:pPr>
            <a:r>
              <a:rPr lang="de-DE"/>
              <a:t>Bitte diese Vorlage für Zusatzlogos verwenden, die im Original quadratisch oder eher hoch als breit angelegt sind. Logo wird automatisch ausgerichtet. Bitte die Platzierung nicht selbstständig vornehmen. Das Logo darf maximal so breit sein wie die Bildmarke im UPB-Logo.</a:t>
            </a:r>
            <a:endParaRPr/>
          </a:p>
        </p:txBody>
      </p:sp>
      <p:sp>
        <p:nvSpPr>
          <p:cNvPr id="2" name="Titel"/>
          <p:cNvSpPr>
            <a:spLocks noGrp="1"/>
          </p:cNvSpPr>
          <p:nvPr userDrawn="1">
            <p:ph type="ctrTitle" hasCustomPrompt="1"/>
          </p:nvPr>
        </p:nvSpPr>
        <p:spPr bwMode="auto">
          <a:xfrm>
            <a:off x="1219200" y="2119591"/>
            <a:ext cx="8548688" cy="1225272"/>
          </a:xfrm>
        </p:spPr>
        <p:txBody>
          <a:bodyPr anchor="b"/>
          <a:lstStyle>
            <a:lvl1pPr algn="l">
              <a:defRPr sz="3500"/>
            </a:lvl1pPr>
          </a:lstStyle>
          <a:p>
            <a:pPr>
              <a:defRPr/>
            </a:pPr>
            <a:r>
              <a:rPr lang="de-DE"/>
              <a:t>Titel der Präsentation mit vertikalem/quadratischem Zusatzlogo</a:t>
            </a:r>
            <a:endParaRPr/>
          </a:p>
        </p:txBody>
      </p:sp>
      <p:sp>
        <p:nvSpPr>
          <p:cNvPr id="86" name="Zusatzlogo"/>
          <p:cNvSpPr>
            <a:spLocks noGrp="1"/>
          </p:cNvSpPr>
          <p:nvPr userDrawn="1">
            <p:ph type="clipArt" sz="quarter" idx="14" hasCustomPrompt="1"/>
          </p:nvPr>
        </p:nvSpPr>
        <p:spPr bwMode="auto">
          <a:xfrm>
            <a:off x="3128439" y="505460"/>
            <a:ext cx="525600" cy="622800"/>
          </a:xfrm>
        </p:spPr>
        <p:txBody>
          <a:bodyPr wrap="none" lIns="756000"/>
          <a:lstStyle>
            <a:lvl1pPr>
              <a:lnSpc>
                <a:spcPct val="100000"/>
              </a:lnSpc>
              <a:defRPr sz="1200"/>
            </a:lvl1pPr>
          </a:lstStyle>
          <a:p>
            <a:pPr>
              <a:defRPr/>
            </a:pPr>
            <a:r>
              <a:rPr lang="de-DE"/>
              <a:t>Zusatzlogo einfügen</a:t>
            </a:r>
            <a:br>
              <a:rPr lang="de-DE"/>
            </a:br>
            <a:r>
              <a:rPr lang="de-DE"/>
              <a:t>per Drag-and-Drop</a:t>
            </a:r>
            <a:endParaRPr/>
          </a:p>
        </p:txBody>
      </p:sp>
      <p:sp>
        <p:nvSpPr>
          <p:cNvPr id="85" name="Foliennummer"/>
          <p:cNvSpPr>
            <a:spLocks noGrp="1"/>
          </p:cNvSpPr>
          <p:nvPr userDrawn="1">
            <p:ph type="sldNum" sz="quarter" idx="11"/>
          </p:nvPr>
        </p:nvSpPr>
        <p:spPr bwMode="auto">
          <a:xfrm>
            <a:off x="11089560" y="7200000"/>
            <a:ext cx="504000" cy="185738"/>
          </a:xfrm>
          <a:prstGeom prst="rect">
            <a:avLst/>
          </a:prstGeom>
          <a:solidFill>
            <a:srgbClr val="E6E6E6"/>
          </a:solidFill>
        </p:spPr>
        <p:txBody>
          <a:bodyPr/>
          <a:lstStyle>
            <a:lvl1pPr>
              <a:defRPr>
                <a:solidFill>
                  <a:srgbClr val="E6E6E6"/>
                </a:solidFill>
              </a:defRPr>
            </a:lvl1pPr>
          </a:lstStyle>
          <a:p>
            <a:pPr>
              <a:defRPr/>
            </a:pPr>
            <a:fld id="{11DE32AD-F86D-4804-839F-80A6732D429D}" type="slidenum">
              <a:rPr lang="de-DE"/>
              <a:t>‹#›</a:t>
            </a:fld>
            <a:endParaRPr lang="de-DE"/>
          </a:p>
        </p:txBody>
      </p:sp>
      <p:sp>
        <p:nvSpPr>
          <p:cNvPr id="93" name="Fußzeile"/>
          <p:cNvSpPr>
            <a:spLocks noGrp="1"/>
          </p:cNvSpPr>
          <p:nvPr userDrawn="1">
            <p:ph type="ftr" sz="quarter" idx="10"/>
          </p:nvPr>
        </p:nvSpPr>
        <p:spPr bwMode="auto">
          <a:xfrm>
            <a:off x="421200" y="7200000"/>
            <a:ext cx="25400" cy="185738"/>
          </a:xfrm>
          <a:prstGeom prst="rect">
            <a:avLst/>
          </a:prstGeom>
          <a:solidFill>
            <a:srgbClr val="E6E6E6"/>
          </a:solidFill>
        </p:spPr>
        <p:txBody>
          <a:bodyPr/>
          <a:lstStyle>
            <a:lvl1pPr>
              <a:defRPr>
                <a:solidFill>
                  <a:srgbClr val="E6E6E6"/>
                </a:solidFill>
              </a:defRPr>
            </a:lvl1pPr>
          </a:lstStyle>
          <a:p>
            <a:pPr>
              <a:defRPr/>
            </a:pPr>
            <a:r>
              <a:rPr lang="de-DE"/>
              <a:t>Prof. Dr. Oliver Müller | Diagnosing and Mitigating Shortcut Learning in ML-Based IS Research | September 2023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elfolie mit Bild (A)">
    <p:spTree>
      <p:nvGrpSpPr>
        <p:cNvPr id="1" name=""/>
        <p:cNvGrpSpPr/>
        <p:nvPr/>
      </p:nvGrpSpPr>
      <p:grpSpPr bwMode="auto">
        <a:xfrm>
          <a:off x="0" y="0"/>
          <a:ext cx="0" cy="0"/>
          <a:chOff x="0" y="0"/>
          <a:chExt cx="0" cy="0"/>
        </a:xfrm>
      </p:grpSpPr>
      <p:pic>
        <p:nvPicPr>
          <p:cNvPr id="15" name="Grafik"/>
          <p:cNvPicPr>
            <a:picLocks noGrp="1" noRot="1" noChangeAspect="1" noMove="1" noResize="1" noEditPoints="1" noAdjustHandles="1" noChangeArrowheads="1" noChangeShapeType="1" noCrop="1"/>
          </p:cNvPicPr>
          <p:nvPr userDrawn="1"/>
        </p:nvPicPr>
        <p:blipFill>
          <a:blip r:embed="rId2"/>
          <a:stretch/>
        </p:blipFill>
        <p:spPr bwMode="auto">
          <a:xfrm>
            <a:off x="4233937" y="464720"/>
            <a:ext cx="1608306" cy="940158"/>
          </a:xfrm>
          <a:prstGeom prst="rect">
            <a:avLst/>
          </a:prstGeom>
        </p:spPr>
      </p:pic>
      <p:pic>
        <p:nvPicPr>
          <p:cNvPr id="18" name="UNIVERSITÄT PADERBORN Logo"/>
          <p:cNvPicPr>
            <a:picLocks noGrp="1" noRot="1" noChangeAspect="1" noMove="1" noResize="1" noEditPoints="1" noAdjustHandles="1" noChangeArrowheads="1" noChangeShapeType="1" noCrop="1"/>
          </p:cNvPicPr>
          <p:nvPr userDrawn="1"/>
        </p:nvPicPr>
        <p:blipFill>
          <a:blip r:embed="rId3"/>
          <a:stretch/>
        </p:blipFill>
        <p:spPr bwMode="auto">
          <a:xfrm>
            <a:off x="669499" y="431177"/>
            <a:ext cx="2584799" cy="1052305"/>
          </a:xfrm>
          <a:prstGeom prst="rect">
            <a:avLst/>
          </a:prstGeom>
        </p:spPr>
      </p:pic>
      <p:sp>
        <p:nvSpPr>
          <p:cNvPr id="10" name="Bild"/>
          <p:cNvSpPr>
            <a:spLocks noGrp="1"/>
          </p:cNvSpPr>
          <p:nvPr>
            <p:ph type="pic" sz="quarter" idx="13" hasCustomPrompt="1"/>
          </p:nvPr>
        </p:nvSpPr>
        <p:spPr bwMode="auto">
          <a:xfrm>
            <a:off x="0" y="0"/>
            <a:ext cx="12192000" cy="6858000"/>
          </a:xfrm>
          <a:custGeom>
            <a:avLst/>
            <a:gdLst>
              <a:gd name="connsiteX0" fmla="*/ 6210300 w 12192000"/>
              <a:gd name="connsiteY0" fmla="*/ 0 h 6858000"/>
              <a:gd name="connsiteX1" fmla="*/ 12192000 w 12192000"/>
              <a:gd name="connsiteY1" fmla="*/ 0 h 6858000"/>
              <a:gd name="connsiteX2" fmla="*/ 12192000 w 12192000"/>
              <a:gd name="connsiteY2" fmla="*/ 6858000 h 6858000"/>
              <a:gd name="connsiteX3" fmla="*/ 6210300 w 12192000"/>
              <a:gd name="connsiteY3" fmla="*/ 6858000 h 6858000"/>
              <a:gd name="connsiteX4" fmla="*/ 0 w 12192000"/>
              <a:gd name="connsiteY4" fmla="*/ 0 h 6858000"/>
              <a:gd name="connsiteX5" fmla="*/ 422274 w 12192000"/>
              <a:gd name="connsiteY5" fmla="*/ 0 h 6858000"/>
              <a:gd name="connsiteX6" fmla="*/ 422274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extrusionOk="0">
                <a:moveTo>
                  <a:pt x="6210300" y="0"/>
                </a:moveTo>
                <a:lnTo>
                  <a:pt x="12192000" y="0"/>
                </a:lnTo>
                <a:lnTo>
                  <a:pt x="12192000" y="6858000"/>
                </a:lnTo>
                <a:lnTo>
                  <a:pt x="6210300" y="6858000"/>
                </a:lnTo>
                <a:close/>
                <a:moveTo>
                  <a:pt x="0" y="0"/>
                </a:moveTo>
                <a:lnTo>
                  <a:pt x="422274" y="0"/>
                </a:lnTo>
                <a:lnTo>
                  <a:pt x="422274" y="6858000"/>
                </a:lnTo>
                <a:lnTo>
                  <a:pt x="0" y="6858000"/>
                </a:lnTo>
                <a:close/>
              </a:path>
            </a:pathLst>
          </a:custGeom>
          <a:solidFill>
            <a:schemeClr val="bg1">
              <a:lumMod val="95000"/>
            </a:schemeClr>
          </a:solidFill>
        </p:spPr>
        <p:txBody>
          <a:bodyPr wrap="square" lIns="6624000" anchor="ctr" anchorCtr="0">
            <a:noAutofit/>
          </a:bodyPr>
          <a:lstStyle>
            <a:lvl1pPr algn="l">
              <a:defRPr/>
            </a:lvl1pPr>
          </a:lstStyle>
          <a:p>
            <a:pPr>
              <a:defRPr/>
            </a:pPr>
            <a:r>
              <a:rPr lang="de-DE"/>
              <a:t>Bild einfügen </a:t>
            </a:r>
            <a:br>
              <a:rPr lang="de-DE"/>
            </a:br>
            <a:r>
              <a:rPr lang="de-DE"/>
              <a:t>per Drag-and-Drop</a:t>
            </a:r>
            <a:endParaRPr/>
          </a:p>
        </p:txBody>
      </p:sp>
      <p:sp>
        <p:nvSpPr>
          <p:cNvPr id="14" name="Text"/>
          <p:cNvSpPr>
            <a:spLocks noGrp="1"/>
          </p:cNvSpPr>
          <p:nvPr>
            <p:ph type="body" orient="vert" idx="12" hasCustomPrompt="1"/>
          </p:nvPr>
        </p:nvSpPr>
        <p:spPr bwMode="auto">
          <a:xfrm>
            <a:off x="839788" y="5688013"/>
            <a:ext cx="5003800" cy="684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pPr>
              <a:defRPr/>
            </a:pPr>
            <a:r>
              <a:rPr lang="de-DE"/>
              <a:t>Akademischer Titel Vorname Nachname Referent*in</a:t>
            </a:r>
            <a:br>
              <a:rPr lang="de-DE"/>
            </a:br>
            <a:r>
              <a:rPr lang="de-DE"/>
              <a:t>XX. Monat 20XX</a:t>
            </a:r>
            <a:endParaRPr/>
          </a:p>
        </p:txBody>
      </p:sp>
      <p:sp>
        <p:nvSpPr>
          <p:cNvPr id="3" name="Untertitel"/>
          <p:cNvSpPr>
            <a:spLocks noGrp="1"/>
          </p:cNvSpPr>
          <p:nvPr>
            <p:ph type="subTitle" idx="1" hasCustomPrompt="1"/>
          </p:nvPr>
        </p:nvSpPr>
        <p:spPr bwMode="auto">
          <a:xfrm>
            <a:off x="839788" y="3803651"/>
            <a:ext cx="5003800" cy="1332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pPr>
              <a:defRPr/>
            </a:pPr>
            <a:r>
              <a:rPr lang="de-DE"/>
              <a:t>Untertitel und weiterführende Informationen zur Präsentation</a:t>
            </a:r>
            <a:br>
              <a:rPr lang="de-DE"/>
            </a:br>
            <a:r>
              <a:rPr lang="de-DE"/>
              <a:t>Platzhalter für </a:t>
            </a:r>
            <a:br>
              <a:rPr lang="de-DE"/>
            </a:br>
            <a:r>
              <a:rPr lang="de-DE"/>
              <a:t>maximal vier Zeilen</a:t>
            </a:r>
            <a:endParaRPr/>
          </a:p>
        </p:txBody>
      </p:sp>
      <p:sp>
        <p:nvSpPr>
          <p:cNvPr id="2" name="Titel"/>
          <p:cNvSpPr>
            <a:spLocks noGrp="1"/>
          </p:cNvSpPr>
          <p:nvPr>
            <p:ph type="ctrTitle" hasCustomPrompt="1"/>
          </p:nvPr>
        </p:nvSpPr>
        <p:spPr bwMode="auto">
          <a:xfrm>
            <a:off x="839788" y="2119591"/>
            <a:ext cx="5003800" cy="1225272"/>
          </a:xfrm>
        </p:spPr>
        <p:txBody>
          <a:bodyPr anchor="b"/>
          <a:lstStyle>
            <a:lvl1pPr algn="l">
              <a:defRPr sz="3500"/>
            </a:lvl1pPr>
          </a:lstStyle>
          <a:p>
            <a:pPr>
              <a:defRPr/>
            </a:pPr>
            <a:r>
              <a:rPr lang="de-DE"/>
              <a:t>Titel der Präsentation</a:t>
            </a:r>
            <a:br>
              <a:rPr lang="de-DE"/>
            </a:br>
            <a:r>
              <a:rPr lang="de-DE"/>
              <a:t>max. zwei Zeilen</a:t>
            </a:r>
            <a:endParaRPr/>
          </a:p>
        </p:txBody>
      </p:sp>
      <p:sp>
        <p:nvSpPr>
          <p:cNvPr id="16" name="Foliennummer"/>
          <p:cNvSpPr>
            <a:spLocks noGrp="1"/>
          </p:cNvSpPr>
          <p:nvPr>
            <p:ph type="sldNum" sz="quarter" idx="11"/>
          </p:nvPr>
        </p:nvSpPr>
        <p:spPr bwMode="auto">
          <a:xfrm>
            <a:off x="11089560" y="7200000"/>
            <a:ext cx="504000" cy="185738"/>
          </a:xfrm>
          <a:prstGeom prst="rect">
            <a:avLst/>
          </a:prstGeom>
          <a:solidFill>
            <a:srgbClr val="E6E6E6"/>
          </a:solidFill>
        </p:spPr>
        <p:txBody>
          <a:bodyPr/>
          <a:lstStyle>
            <a:lvl1pPr>
              <a:defRPr>
                <a:solidFill>
                  <a:srgbClr val="E6E6E6"/>
                </a:solidFill>
              </a:defRPr>
            </a:lvl1pPr>
          </a:lstStyle>
          <a:p>
            <a:pPr>
              <a:defRPr/>
            </a:pPr>
            <a:fld id="{11DE32AD-F86D-4804-839F-80A6732D429D}" type="slidenum">
              <a:rPr lang="de-DE"/>
              <a:t>‹#›</a:t>
            </a:fld>
            <a:endParaRPr lang="de-DE"/>
          </a:p>
        </p:txBody>
      </p:sp>
      <p:sp>
        <p:nvSpPr>
          <p:cNvPr id="17" name="Fußzeile"/>
          <p:cNvSpPr>
            <a:spLocks noGrp="1"/>
          </p:cNvSpPr>
          <p:nvPr>
            <p:ph type="ftr" sz="quarter" idx="10"/>
          </p:nvPr>
        </p:nvSpPr>
        <p:spPr bwMode="auto">
          <a:xfrm>
            <a:off x="421200" y="7200000"/>
            <a:ext cx="25400" cy="185738"/>
          </a:xfrm>
          <a:prstGeom prst="rect">
            <a:avLst/>
          </a:prstGeom>
          <a:solidFill>
            <a:srgbClr val="E6E6E6"/>
          </a:solidFill>
        </p:spPr>
        <p:txBody>
          <a:bodyPr/>
          <a:lstStyle>
            <a:lvl1pPr>
              <a:defRPr>
                <a:solidFill>
                  <a:srgbClr val="E6E6E6"/>
                </a:solidFill>
              </a:defRPr>
            </a:lvl1pPr>
          </a:lstStyle>
          <a:p>
            <a:pPr>
              <a:defRPr/>
            </a:pPr>
            <a:r>
              <a:rPr lang="de-DE"/>
              <a:t>Prof. Dr. Oliver Müller | Diagnosing and Mitigating Shortcut Learning in ML-Based IS Research | September 2023</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elfolie mit Bild (B)">
    <p:spTree>
      <p:nvGrpSpPr>
        <p:cNvPr id="1" name=""/>
        <p:cNvGrpSpPr/>
        <p:nvPr/>
      </p:nvGrpSpPr>
      <p:grpSpPr bwMode="auto">
        <a:xfrm>
          <a:off x="0" y="0"/>
          <a:ext cx="0" cy="0"/>
          <a:chOff x="0" y="0"/>
          <a:chExt cx="0" cy="0"/>
        </a:xfrm>
      </p:grpSpPr>
      <p:pic>
        <p:nvPicPr>
          <p:cNvPr id="12" name="Grafik"/>
          <p:cNvPicPr>
            <a:picLocks noGrp="1" noRot="1" noChangeAspect="1" noMove="1" noResize="1" noEditPoints="1" noAdjustHandles="1" noChangeArrowheads="1" noChangeShapeType="1" noCrop="1"/>
          </p:cNvPicPr>
          <p:nvPr userDrawn="1"/>
        </p:nvPicPr>
        <p:blipFill>
          <a:blip r:embed="rId2"/>
          <a:stretch/>
        </p:blipFill>
        <p:spPr bwMode="auto">
          <a:xfrm>
            <a:off x="5998677" y="932036"/>
            <a:ext cx="1608306" cy="940158"/>
          </a:xfrm>
          <a:prstGeom prst="rect">
            <a:avLst/>
          </a:prstGeom>
        </p:spPr>
      </p:pic>
      <p:pic>
        <p:nvPicPr>
          <p:cNvPr id="18" name="UNIVERSITÄT PADERBORN Logo"/>
          <p:cNvPicPr>
            <a:picLocks noGrp="1" noRot="1" noChangeAspect="1" noMove="1" noResize="1" noEditPoints="1" noAdjustHandles="1" noChangeArrowheads="1" noChangeShapeType="1" noCrop="1"/>
          </p:cNvPicPr>
          <p:nvPr userDrawn="1"/>
        </p:nvPicPr>
        <p:blipFill>
          <a:blip r:embed="rId3"/>
          <a:stretch/>
        </p:blipFill>
        <p:spPr bwMode="auto">
          <a:xfrm>
            <a:off x="846859" y="879772"/>
            <a:ext cx="2584799" cy="1052305"/>
          </a:xfrm>
          <a:prstGeom prst="rect">
            <a:avLst/>
          </a:prstGeom>
        </p:spPr>
      </p:pic>
      <p:sp>
        <p:nvSpPr>
          <p:cNvPr id="9" name="Bild"/>
          <p:cNvSpPr>
            <a:spLocks noGrp="1"/>
          </p:cNvSpPr>
          <p:nvPr>
            <p:ph type="pic" sz="quarter" idx="13" hasCustomPrompt="1"/>
          </p:nvPr>
        </p:nvSpPr>
        <p:spPr bwMode="auto">
          <a:xfrm>
            <a:off x="0" y="0"/>
            <a:ext cx="12192000" cy="6858000"/>
          </a:xfrm>
          <a:custGeom>
            <a:avLst/>
            <a:gdLst>
              <a:gd name="connsiteX0" fmla="*/ 622440 w 12192000"/>
              <a:gd name="connsiteY0" fmla="*/ 623520 h 6858000"/>
              <a:gd name="connsiteX1" fmla="*/ 622440 w 12192000"/>
              <a:gd name="connsiteY1" fmla="*/ 6234480 h 6858000"/>
              <a:gd name="connsiteX2" fmla="*/ 8003160 w 12192000"/>
              <a:gd name="connsiteY2" fmla="*/ 6234480 h 6858000"/>
              <a:gd name="connsiteX3" fmla="*/ 8003160 w 12192000"/>
              <a:gd name="connsiteY3" fmla="*/ 62352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extrusionOk="0">
                <a:moveTo>
                  <a:pt x="622440" y="623520"/>
                </a:moveTo>
                <a:lnTo>
                  <a:pt x="622440" y="6234480"/>
                </a:lnTo>
                <a:lnTo>
                  <a:pt x="8003160" y="6234480"/>
                </a:lnTo>
                <a:lnTo>
                  <a:pt x="8003160" y="623520"/>
                </a:lnTo>
                <a:close/>
                <a:moveTo>
                  <a:pt x="0" y="0"/>
                </a:moveTo>
                <a:lnTo>
                  <a:pt x="12192000" y="0"/>
                </a:lnTo>
                <a:lnTo>
                  <a:pt x="12192000" y="6858000"/>
                </a:lnTo>
                <a:lnTo>
                  <a:pt x="0" y="6858000"/>
                </a:lnTo>
                <a:close/>
              </a:path>
            </a:pathLst>
          </a:custGeom>
          <a:solidFill>
            <a:schemeClr val="bg1">
              <a:lumMod val="95000"/>
            </a:schemeClr>
          </a:solidFill>
        </p:spPr>
        <p:txBody>
          <a:bodyPr wrap="square" lIns="8388000" anchor="ctr" anchorCtr="0">
            <a:noAutofit/>
          </a:bodyPr>
          <a:lstStyle>
            <a:lvl1pPr algn="l">
              <a:defRPr/>
            </a:lvl1pPr>
          </a:lstStyle>
          <a:p>
            <a:pPr>
              <a:defRPr/>
            </a:pPr>
            <a:r>
              <a:rPr lang="de-DE"/>
              <a:t>Bild einfügen</a:t>
            </a:r>
            <a:br>
              <a:rPr lang="de-DE"/>
            </a:br>
            <a:r>
              <a:rPr lang="de-DE"/>
              <a:t>per Drag-and-Drop</a:t>
            </a:r>
            <a:endParaRPr/>
          </a:p>
        </p:txBody>
      </p:sp>
      <p:sp>
        <p:nvSpPr>
          <p:cNvPr id="14" name="Text"/>
          <p:cNvSpPr>
            <a:spLocks noGrp="1"/>
          </p:cNvSpPr>
          <p:nvPr>
            <p:ph type="body" orient="vert" idx="12" hasCustomPrompt="1"/>
          </p:nvPr>
        </p:nvSpPr>
        <p:spPr bwMode="auto">
          <a:xfrm>
            <a:off x="1019174" y="5380037"/>
            <a:ext cx="6589713" cy="360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pPr>
              <a:defRPr/>
            </a:pPr>
            <a:r>
              <a:rPr lang="de-DE"/>
              <a:t>Akademischer Titel Vorname Nachname Referent*in ∙ XX. Monat 20XX</a:t>
            </a:r>
            <a:endParaRPr/>
          </a:p>
        </p:txBody>
      </p:sp>
      <p:sp>
        <p:nvSpPr>
          <p:cNvPr id="3" name="Untertitel"/>
          <p:cNvSpPr>
            <a:spLocks noGrp="1"/>
          </p:cNvSpPr>
          <p:nvPr>
            <p:ph type="subTitle" idx="1" hasCustomPrompt="1"/>
          </p:nvPr>
        </p:nvSpPr>
        <p:spPr bwMode="auto">
          <a:xfrm>
            <a:off x="1019176" y="4114799"/>
            <a:ext cx="6587808" cy="1008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pPr>
              <a:defRPr/>
            </a:pPr>
            <a:r>
              <a:rPr lang="de-DE"/>
              <a:t>Untertitel und weiterführende Informationen </a:t>
            </a:r>
            <a:br>
              <a:rPr lang="de-DE"/>
            </a:br>
            <a:r>
              <a:rPr lang="de-DE"/>
              <a:t>zur Präsentation</a:t>
            </a:r>
            <a:br>
              <a:rPr lang="de-DE"/>
            </a:br>
            <a:r>
              <a:rPr lang="de-DE"/>
              <a:t>maximal drei Zeilen</a:t>
            </a:r>
            <a:endParaRPr/>
          </a:p>
        </p:txBody>
      </p:sp>
      <p:sp>
        <p:nvSpPr>
          <p:cNvPr id="2" name="Titel"/>
          <p:cNvSpPr>
            <a:spLocks noGrp="1"/>
          </p:cNvSpPr>
          <p:nvPr>
            <p:ph type="ctrTitle" hasCustomPrompt="1"/>
          </p:nvPr>
        </p:nvSpPr>
        <p:spPr bwMode="auto">
          <a:xfrm>
            <a:off x="1019176" y="2448001"/>
            <a:ext cx="6589712" cy="1222300"/>
          </a:xfrm>
        </p:spPr>
        <p:txBody>
          <a:bodyPr anchor="b"/>
          <a:lstStyle>
            <a:lvl1pPr algn="l">
              <a:defRPr sz="3500"/>
            </a:lvl1pPr>
          </a:lstStyle>
          <a:p>
            <a:pPr>
              <a:defRPr/>
            </a:pPr>
            <a:r>
              <a:rPr lang="de-DE"/>
              <a:t>Titel der Präsentation</a:t>
            </a:r>
            <a:br>
              <a:rPr lang="de-DE"/>
            </a:br>
            <a:r>
              <a:rPr lang="de-DE"/>
              <a:t>max. zwei Zeilen</a:t>
            </a:r>
            <a:endParaRPr/>
          </a:p>
        </p:txBody>
      </p:sp>
      <p:sp>
        <p:nvSpPr>
          <p:cNvPr id="16" name="Foliennummer"/>
          <p:cNvSpPr>
            <a:spLocks noGrp="1"/>
          </p:cNvSpPr>
          <p:nvPr>
            <p:ph type="sldNum" sz="quarter" idx="11"/>
          </p:nvPr>
        </p:nvSpPr>
        <p:spPr bwMode="auto">
          <a:xfrm>
            <a:off x="11089560" y="7200000"/>
            <a:ext cx="504000" cy="185738"/>
          </a:xfrm>
          <a:prstGeom prst="rect">
            <a:avLst/>
          </a:prstGeom>
          <a:solidFill>
            <a:srgbClr val="E6E6E6"/>
          </a:solidFill>
        </p:spPr>
        <p:txBody>
          <a:bodyPr/>
          <a:lstStyle>
            <a:lvl1pPr>
              <a:defRPr>
                <a:solidFill>
                  <a:srgbClr val="E6E6E6"/>
                </a:solidFill>
              </a:defRPr>
            </a:lvl1pPr>
          </a:lstStyle>
          <a:p>
            <a:pPr>
              <a:defRPr/>
            </a:pPr>
            <a:fld id="{11DE32AD-F86D-4804-839F-80A6732D429D}" type="slidenum">
              <a:rPr lang="de-DE"/>
              <a:t>‹#›</a:t>
            </a:fld>
            <a:endParaRPr lang="de-DE"/>
          </a:p>
        </p:txBody>
      </p:sp>
      <p:sp>
        <p:nvSpPr>
          <p:cNvPr id="17" name="Fußzeile"/>
          <p:cNvSpPr>
            <a:spLocks noGrp="1"/>
          </p:cNvSpPr>
          <p:nvPr>
            <p:ph type="ftr" sz="quarter" idx="10"/>
          </p:nvPr>
        </p:nvSpPr>
        <p:spPr bwMode="auto">
          <a:xfrm>
            <a:off x="421200" y="7200000"/>
            <a:ext cx="25400" cy="185738"/>
          </a:xfrm>
          <a:prstGeom prst="rect">
            <a:avLst/>
          </a:prstGeom>
          <a:solidFill>
            <a:srgbClr val="E6E6E6"/>
          </a:solidFill>
        </p:spPr>
        <p:txBody>
          <a:bodyPr/>
          <a:lstStyle>
            <a:lvl1pPr>
              <a:defRPr>
                <a:solidFill>
                  <a:srgbClr val="E6E6E6"/>
                </a:solidFill>
              </a:defRPr>
            </a:lvl1pPr>
          </a:lstStyle>
          <a:p>
            <a:pPr>
              <a:defRPr/>
            </a:pPr>
            <a:r>
              <a:rPr lang="de-DE"/>
              <a:t>Prof. Dr. Oliver Müller | Diagnosing and Mitigating Shortcut Learning in ML-Based IS Research | September 2023</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showMasterPhAnim="0" preserve="1" userDrawn="1">
  <p:cSld name="Gliederung">
    <p:spTree>
      <p:nvGrpSpPr>
        <p:cNvPr id="1" name=""/>
        <p:cNvGrpSpPr/>
        <p:nvPr/>
      </p:nvGrpSpPr>
      <p:grpSpPr bwMode="auto">
        <a:xfrm>
          <a:off x="0" y="0"/>
          <a:ext cx="0" cy="0"/>
          <a:chOff x="0" y="0"/>
          <a:chExt cx="0" cy="0"/>
        </a:xfrm>
      </p:grpSpPr>
      <p:grpSp>
        <p:nvGrpSpPr>
          <p:cNvPr id="38" name="Grafik"/>
          <p:cNvGrpSpPr>
            <a:grpSpLocks noGrp="1" noUngrp="1" noRot="1" noChangeAspect="1" noMove="1" noResize="1"/>
          </p:cNvGrpSpPr>
          <p:nvPr userDrawn="1"/>
        </p:nvGrpSpPr>
        <p:grpSpPr bwMode="auto">
          <a:xfrm>
            <a:off x="0" y="644525"/>
            <a:ext cx="12192000" cy="6213475"/>
            <a:chOff x="2" y="406"/>
            <a:chExt cx="7680" cy="3914"/>
          </a:xfrm>
        </p:grpSpPr>
        <p:sp>
          <p:nvSpPr>
            <p:cNvPr id="40" name="Freeform 5"/>
            <p:cNvSpPr>
              <a:spLocks noGrp="1" noRot="1" noMove="1" noResize="1" noEditPoints="1" noAdjustHandles="1" noChangeArrowheads="1" noChangeShapeType="1"/>
            </p:cNvSpPr>
            <p:nvPr userDrawn="1"/>
          </p:nvSpPr>
          <p:spPr bwMode="auto">
            <a:xfrm>
              <a:off x="630" y="3244"/>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1" name="Freeform 6"/>
            <p:cNvSpPr>
              <a:spLocks noGrp="1" noRot="1" noMove="1" noResize="1" noEditPoints="1" noAdjustHandles="1" noChangeArrowheads="1" noChangeShapeType="1"/>
            </p:cNvSpPr>
            <p:nvPr userDrawn="1"/>
          </p:nvSpPr>
          <p:spPr bwMode="auto">
            <a:xfrm>
              <a:off x="128" y="3342"/>
              <a:ext cx="125" cy="195"/>
            </a:xfrm>
            <a:custGeom>
              <a:avLst/>
              <a:gdLst>
                <a:gd name="T0" fmla="*/ 554 w 554"/>
                <a:gd name="T1" fmla="*/ 0 h 865"/>
                <a:gd name="T2" fmla="*/ 554 w 554"/>
                <a:gd name="T3" fmla="*/ 433 h 865"/>
                <a:gd name="T4" fmla="*/ 554 w 554"/>
                <a:gd name="T5" fmla="*/ 865 h 865"/>
                <a:gd name="T6" fmla="*/ 0 w 554"/>
                <a:gd name="T7" fmla="*/ 433 h 865"/>
                <a:gd name="T8" fmla="*/ 554 w 554"/>
                <a:gd name="T9" fmla="*/ 0 h 865"/>
              </a:gdLst>
              <a:ahLst/>
              <a:cxnLst>
                <a:cxn ang="0">
                  <a:pos x="T0" y="T1"/>
                </a:cxn>
                <a:cxn ang="0">
                  <a:pos x="T2" y="T3"/>
                </a:cxn>
                <a:cxn ang="0">
                  <a:pos x="T4" y="T5"/>
                </a:cxn>
                <a:cxn ang="0">
                  <a:pos x="T6" y="T7"/>
                </a:cxn>
                <a:cxn ang="0">
                  <a:pos x="T8" y="T9"/>
                </a:cxn>
              </a:cxnLst>
              <a:rect l="0" t="0" r="r" b="b"/>
              <a:pathLst>
                <a:path w="554" h="865" extrusionOk="0">
                  <a:moveTo>
                    <a:pt x="554" y="0"/>
                  </a:moveTo>
                  <a:lnTo>
                    <a:pt x="554" y="433"/>
                  </a:lnTo>
                  <a:lnTo>
                    <a:pt x="554" y="865"/>
                  </a:lnTo>
                  <a:lnTo>
                    <a:pt x="0" y="433"/>
                  </a:lnTo>
                  <a:lnTo>
                    <a:pt x="554" y="0"/>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2" name="Freeform 7"/>
            <p:cNvSpPr>
              <a:spLocks noGrp="1" noRot="1" noMove="1" noResize="1" noEditPoints="1" noAdjustHandles="1" noChangeArrowheads="1" noChangeShapeType="1"/>
            </p:cNvSpPr>
            <p:nvPr userDrawn="1"/>
          </p:nvSpPr>
          <p:spPr bwMode="auto">
            <a:xfrm>
              <a:off x="379" y="34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3" name="Freeform 8"/>
            <p:cNvSpPr>
              <a:spLocks noGrp="1" noRot="1" noMove="1" noResize="1" noEditPoints="1" noAdjustHandles="1" noChangeArrowheads="1" noChangeShapeType="1"/>
            </p:cNvSpPr>
            <p:nvPr userDrawn="1"/>
          </p:nvSpPr>
          <p:spPr bwMode="auto">
            <a:xfrm>
              <a:off x="379" y="3244"/>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4" name="Freeform 9"/>
            <p:cNvSpPr>
              <a:spLocks noGrp="1" noRot="1" noMove="1" noResize="1" noEditPoints="1" noAdjustHandles="1" noChangeArrowheads="1" noChangeShapeType="1"/>
            </p:cNvSpPr>
            <p:nvPr userDrawn="1"/>
          </p:nvSpPr>
          <p:spPr bwMode="auto">
            <a:xfrm>
              <a:off x="379" y="3342"/>
              <a:ext cx="126" cy="195"/>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extrusionOk="0">
                  <a:moveTo>
                    <a:pt x="554" y="0"/>
                  </a:moveTo>
                  <a:lnTo>
                    <a:pt x="554" y="432"/>
                  </a:lnTo>
                  <a:lnTo>
                    <a:pt x="554" y="865"/>
                  </a:lnTo>
                  <a:lnTo>
                    <a:pt x="0" y="432"/>
                  </a:lnTo>
                  <a:lnTo>
                    <a:pt x="554"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5" name="Freeform 10"/>
            <p:cNvSpPr>
              <a:spLocks noGrp="1" noRot="1" noMove="1" noResize="1" noEditPoints="1" noAdjustHandles="1" noChangeArrowheads="1" noChangeShapeType="1"/>
            </p:cNvSpPr>
            <p:nvPr userDrawn="1"/>
          </p:nvSpPr>
          <p:spPr bwMode="auto">
            <a:xfrm>
              <a:off x="128" y="3048"/>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6" name="Freeform 11"/>
            <p:cNvSpPr>
              <a:spLocks noGrp="1" noRot="1" noMove="1" noResize="1" noEditPoints="1" noAdjustHandles="1" noChangeArrowheads="1" noChangeShapeType="1"/>
            </p:cNvSpPr>
            <p:nvPr userDrawn="1"/>
          </p:nvSpPr>
          <p:spPr bwMode="auto">
            <a:xfrm>
              <a:off x="128"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7" name="Freeform 12"/>
            <p:cNvSpPr>
              <a:spLocks noGrp="1" noRot="1" noMove="1" noResize="1" noEditPoints="1" noAdjustHandles="1" noChangeArrowheads="1" noChangeShapeType="1"/>
            </p:cNvSpPr>
            <p:nvPr userDrawn="1"/>
          </p:nvSpPr>
          <p:spPr bwMode="auto">
            <a:xfrm>
              <a:off x="505" y="3439"/>
              <a:ext cx="125" cy="196"/>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extrusionOk="0">
                  <a:moveTo>
                    <a:pt x="554" y="0"/>
                  </a:moveTo>
                  <a:lnTo>
                    <a:pt x="554" y="432"/>
                  </a:lnTo>
                  <a:lnTo>
                    <a:pt x="554" y="865"/>
                  </a:lnTo>
                  <a:lnTo>
                    <a:pt x="0" y="432"/>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8" name="Freeform 13"/>
            <p:cNvSpPr>
              <a:spLocks noGrp="1" noRot="1" noMove="1" noResize="1" noEditPoints="1" noAdjustHandles="1" noChangeArrowheads="1" noChangeShapeType="1"/>
            </p:cNvSpPr>
            <p:nvPr userDrawn="1"/>
          </p:nvSpPr>
          <p:spPr bwMode="auto">
            <a:xfrm>
              <a:off x="505" y="3048"/>
              <a:ext cx="125" cy="196"/>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extrusionOk="0">
                  <a:moveTo>
                    <a:pt x="555" y="0"/>
                  </a:moveTo>
                  <a:lnTo>
                    <a:pt x="555" y="433"/>
                  </a:lnTo>
                  <a:lnTo>
                    <a:pt x="555" y="866"/>
                  </a:lnTo>
                  <a:lnTo>
                    <a:pt x="0" y="433"/>
                  </a:lnTo>
                  <a:lnTo>
                    <a:pt x="555"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9" name="Freeform 14"/>
            <p:cNvSpPr>
              <a:spLocks noGrp="1" noRot="1" noMove="1" noResize="1" noEditPoints="1" noAdjustHandles="1" noChangeArrowheads="1" noChangeShapeType="1"/>
            </p:cNvSpPr>
            <p:nvPr userDrawn="1"/>
          </p:nvSpPr>
          <p:spPr bwMode="auto">
            <a:xfrm>
              <a:off x="630" y="3537"/>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0" name="Freeform 15"/>
            <p:cNvSpPr>
              <a:spLocks noGrp="1" noRot="1" noMove="1" noResize="1" noEditPoints="1" noAdjustHandles="1" noChangeArrowheads="1" noChangeShapeType="1"/>
            </p:cNvSpPr>
            <p:nvPr userDrawn="1"/>
          </p:nvSpPr>
          <p:spPr bwMode="auto">
            <a:xfrm>
              <a:off x="253" y="3048"/>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1" name="Freeform 16"/>
            <p:cNvSpPr>
              <a:spLocks noGrp="1" noRot="1" noMove="1" noResize="1" noEditPoints="1" noAdjustHandles="1" noChangeArrowheads="1" noChangeShapeType="1"/>
            </p:cNvSpPr>
            <p:nvPr userDrawn="1"/>
          </p:nvSpPr>
          <p:spPr bwMode="auto">
            <a:xfrm>
              <a:off x="253" y="3244"/>
              <a:ext cx="126" cy="195"/>
            </a:xfrm>
            <a:custGeom>
              <a:avLst/>
              <a:gdLst>
                <a:gd name="T0" fmla="*/ 554 w 554"/>
                <a:gd name="T1" fmla="*/ 0 h 865"/>
                <a:gd name="T2" fmla="*/ 554 w 554"/>
                <a:gd name="T3" fmla="*/ 433 h 865"/>
                <a:gd name="T4" fmla="*/ 554 w 554"/>
                <a:gd name="T5" fmla="*/ 865 h 865"/>
                <a:gd name="T6" fmla="*/ 0 w 554"/>
                <a:gd name="T7" fmla="*/ 433 h 865"/>
                <a:gd name="T8" fmla="*/ 554 w 554"/>
                <a:gd name="T9" fmla="*/ 0 h 865"/>
              </a:gdLst>
              <a:ahLst/>
              <a:cxnLst>
                <a:cxn ang="0">
                  <a:pos x="T0" y="T1"/>
                </a:cxn>
                <a:cxn ang="0">
                  <a:pos x="T2" y="T3"/>
                </a:cxn>
                <a:cxn ang="0">
                  <a:pos x="T4" y="T5"/>
                </a:cxn>
                <a:cxn ang="0">
                  <a:pos x="T6" y="T7"/>
                </a:cxn>
                <a:cxn ang="0">
                  <a:pos x="T8" y="T9"/>
                </a:cxn>
              </a:cxnLst>
              <a:rect l="0" t="0" r="r" b="b"/>
              <a:pathLst>
                <a:path w="554" h="865" extrusionOk="0">
                  <a:moveTo>
                    <a:pt x="554" y="0"/>
                  </a:moveTo>
                  <a:lnTo>
                    <a:pt x="554" y="433"/>
                  </a:lnTo>
                  <a:lnTo>
                    <a:pt x="554" y="865"/>
                  </a:lnTo>
                  <a:lnTo>
                    <a:pt x="0" y="433"/>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2" name="Freeform 17"/>
            <p:cNvSpPr>
              <a:spLocks noGrp="1" noRot="1" noMove="1" noResize="1" noEditPoints="1" noAdjustHandles="1" noChangeArrowheads="1" noChangeShapeType="1"/>
            </p:cNvSpPr>
            <p:nvPr userDrawn="1"/>
          </p:nvSpPr>
          <p:spPr bwMode="auto">
            <a:xfrm>
              <a:off x="379" y="2950"/>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3" name="Freeform 18"/>
            <p:cNvSpPr>
              <a:spLocks noGrp="1" noRot="1" noMove="1" noResize="1" noEditPoints="1" noAdjustHandles="1" noChangeArrowheads="1" noChangeShapeType="1"/>
            </p:cNvSpPr>
            <p:nvPr userDrawn="1"/>
          </p:nvSpPr>
          <p:spPr bwMode="auto">
            <a:xfrm>
              <a:off x="379" y="246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4" name="Freeform 19"/>
            <p:cNvSpPr>
              <a:spLocks noGrp="1" noRot="1" noMove="1" noResize="1" noEditPoints="1" noAdjustHandles="1" noChangeArrowheads="1" noChangeShapeType="1"/>
            </p:cNvSpPr>
            <p:nvPr userDrawn="1"/>
          </p:nvSpPr>
          <p:spPr bwMode="auto">
            <a:xfrm>
              <a:off x="630" y="275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5" name="Freeform 20"/>
            <p:cNvSpPr>
              <a:spLocks noGrp="1" noRot="1" noMove="1" noResize="1" noEditPoints="1" noAdjustHandles="1" noChangeArrowheads="1" noChangeShapeType="1"/>
            </p:cNvSpPr>
            <p:nvPr userDrawn="1"/>
          </p:nvSpPr>
          <p:spPr bwMode="auto">
            <a:xfrm>
              <a:off x="128" y="2950"/>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B9EDED"/>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6" name="Freeform 21"/>
            <p:cNvSpPr>
              <a:spLocks noGrp="1" noRot="1" noMove="1" noResize="1" noEditPoints="1" noAdjustHandles="1" noChangeArrowheads="1" noChangeShapeType="1"/>
            </p:cNvSpPr>
            <p:nvPr userDrawn="1"/>
          </p:nvSpPr>
          <p:spPr bwMode="auto">
            <a:xfrm>
              <a:off x="630" y="2559"/>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7" name="Freeform 22"/>
            <p:cNvSpPr>
              <a:spLocks noGrp="1" noRot="1" noMove="1" noResize="1" noEditPoints="1" noAdjustHandles="1" noChangeArrowheads="1" noChangeShapeType="1"/>
            </p:cNvSpPr>
            <p:nvPr userDrawn="1"/>
          </p:nvSpPr>
          <p:spPr bwMode="auto">
            <a:xfrm>
              <a:off x="505" y="3831"/>
              <a:ext cx="125"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8" name="Freeform 23"/>
            <p:cNvSpPr>
              <a:spLocks noGrp="1" noRot="1" noMove="1" noResize="1" noEditPoints="1" noAdjustHandles="1" noChangeArrowheads="1" noChangeShapeType="1"/>
            </p:cNvSpPr>
            <p:nvPr userDrawn="1"/>
          </p:nvSpPr>
          <p:spPr bwMode="auto">
            <a:xfrm>
              <a:off x="756" y="1972"/>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9" name="Freeform 24"/>
            <p:cNvSpPr>
              <a:spLocks noGrp="1" noRot="1" noMove="1" noResize="1" noEditPoints="1" noAdjustHandles="1" noChangeArrowheads="1" noChangeShapeType="1"/>
            </p:cNvSpPr>
            <p:nvPr userDrawn="1"/>
          </p:nvSpPr>
          <p:spPr bwMode="auto">
            <a:xfrm>
              <a:off x="253" y="2069"/>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0" name="Freeform 25"/>
            <p:cNvSpPr>
              <a:spLocks noGrp="1" noRot="1" noMove="1" noResize="1" noEditPoints="1" noAdjustHandles="1" noChangeArrowheads="1" noChangeShapeType="1"/>
            </p:cNvSpPr>
            <p:nvPr userDrawn="1"/>
          </p:nvSpPr>
          <p:spPr bwMode="auto">
            <a:xfrm>
              <a:off x="253" y="1972"/>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1" name="Freeform 26"/>
            <p:cNvSpPr>
              <a:spLocks noGrp="1" noRot="1" noMove="1" noResize="1" noEditPoints="1" noAdjustHandles="1" noChangeArrowheads="1" noChangeShapeType="1"/>
            </p:cNvSpPr>
            <p:nvPr userDrawn="1"/>
          </p:nvSpPr>
          <p:spPr bwMode="auto">
            <a:xfrm>
              <a:off x="128" y="2069"/>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2" name="Freeform 27"/>
            <p:cNvSpPr>
              <a:spLocks noGrp="1" noRot="1" noMove="1" noResize="1" noEditPoints="1" noAdjustHandles="1" noChangeArrowheads="1" noChangeShapeType="1"/>
            </p:cNvSpPr>
            <p:nvPr userDrawn="1"/>
          </p:nvSpPr>
          <p:spPr bwMode="auto">
            <a:xfrm>
              <a:off x="253" y="2559"/>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3" name="Freeform 28"/>
            <p:cNvSpPr>
              <a:spLocks noGrp="1" noRot="1" noMove="1" noResize="1" noEditPoints="1" noAdjustHandles="1" noChangeArrowheads="1" noChangeShapeType="1"/>
            </p:cNvSpPr>
            <p:nvPr userDrawn="1"/>
          </p:nvSpPr>
          <p:spPr bwMode="auto">
            <a:xfrm>
              <a:off x="630" y="2265"/>
              <a:ext cx="126" cy="196"/>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extrusionOk="0">
                  <a:moveTo>
                    <a:pt x="555" y="433"/>
                  </a:moveTo>
                  <a:lnTo>
                    <a:pt x="0" y="866"/>
                  </a:lnTo>
                  <a:lnTo>
                    <a:pt x="0" y="433"/>
                  </a:lnTo>
                  <a:lnTo>
                    <a:pt x="0" y="0"/>
                  </a:lnTo>
                  <a:lnTo>
                    <a:pt x="555"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4" name="Freeform 29"/>
            <p:cNvSpPr>
              <a:spLocks noGrp="1" noRot="1" noMove="1" noResize="1" noEditPoints="1" noAdjustHandles="1" noChangeArrowheads="1" noChangeShapeType="1"/>
            </p:cNvSpPr>
            <p:nvPr userDrawn="1"/>
          </p:nvSpPr>
          <p:spPr bwMode="auto">
            <a:xfrm>
              <a:off x="756" y="2559"/>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5" name="Freeform 30"/>
            <p:cNvSpPr>
              <a:spLocks noGrp="1" noRot="1" noMove="1" noResize="1" noEditPoints="1" noAdjustHandles="1" noChangeArrowheads="1" noChangeShapeType="1"/>
            </p:cNvSpPr>
            <p:nvPr userDrawn="1"/>
          </p:nvSpPr>
          <p:spPr bwMode="auto">
            <a:xfrm>
              <a:off x="505" y="2559"/>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6" name="Freeform 31"/>
            <p:cNvSpPr>
              <a:spLocks noGrp="1" noRot="1" noMove="1" noResize="1" noEditPoints="1" noAdjustHandles="1" noChangeArrowheads="1" noChangeShapeType="1"/>
            </p:cNvSpPr>
            <p:nvPr userDrawn="1"/>
          </p:nvSpPr>
          <p:spPr bwMode="auto">
            <a:xfrm>
              <a:off x="379" y="2559"/>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7" name="Freeform 32"/>
            <p:cNvSpPr>
              <a:spLocks noGrp="1" noRot="1" noMove="1" noResize="1" noEditPoints="1" noAdjustHandles="1" noChangeArrowheads="1" noChangeShapeType="1"/>
            </p:cNvSpPr>
            <p:nvPr userDrawn="1"/>
          </p:nvSpPr>
          <p:spPr bwMode="auto">
            <a:xfrm>
              <a:off x="505" y="2167"/>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8" name="Freeform 33"/>
            <p:cNvSpPr>
              <a:spLocks noGrp="1" noRot="1" noMove="1" noResize="1" noEditPoints="1" noAdjustHandles="1" noChangeArrowheads="1" noChangeShapeType="1"/>
            </p:cNvSpPr>
            <p:nvPr userDrawn="1"/>
          </p:nvSpPr>
          <p:spPr bwMode="auto">
            <a:xfrm>
              <a:off x="253" y="246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9" name="Freeform 34"/>
            <p:cNvSpPr>
              <a:spLocks noGrp="1" noRot="1" noMove="1" noResize="1" noEditPoints="1" noAdjustHandles="1" noChangeArrowheads="1" noChangeShapeType="1"/>
            </p:cNvSpPr>
            <p:nvPr userDrawn="1"/>
          </p:nvSpPr>
          <p:spPr bwMode="auto">
            <a:xfrm>
              <a:off x="253" y="2657"/>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0" name="Freeform 35"/>
            <p:cNvSpPr>
              <a:spLocks noGrp="1" noRot="1" noMove="1" noResize="1" noEditPoints="1" noAdjustHandles="1" noChangeArrowheads="1" noChangeShapeType="1"/>
            </p:cNvSpPr>
            <p:nvPr userDrawn="1"/>
          </p:nvSpPr>
          <p:spPr bwMode="auto">
            <a:xfrm>
              <a:off x="756" y="2069"/>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1" name="Freeform 36"/>
            <p:cNvSpPr>
              <a:spLocks noGrp="1" noRot="1" noMove="1" noResize="1" noEditPoints="1" noAdjustHandles="1" noChangeArrowheads="1" noChangeShapeType="1"/>
            </p:cNvSpPr>
            <p:nvPr userDrawn="1"/>
          </p:nvSpPr>
          <p:spPr bwMode="auto">
            <a:xfrm>
              <a:off x="379" y="226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2" name="Freeform 37"/>
            <p:cNvSpPr>
              <a:spLocks noGrp="1" noRot="1" noMove="1" noResize="1" noEditPoints="1" noAdjustHandles="1" noChangeArrowheads="1" noChangeShapeType="1"/>
            </p:cNvSpPr>
            <p:nvPr userDrawn="1"/>
          </p:nvSpPr>
          <p:spPr bwMode="auto">
            <a:xfrm>
              <a:off x="505" y="1678"/>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3" name="Freeform 38"/>
            <p:cNvSpPr>
              <a:spLocks noGrp="1" noRot="1" noMove="1" noResize="1" noEditPoints="1" noAdjustHandles="1" noChangeArrowheads="1" noChangeShapeType="1"/>
            </p:cNvSpPr>
            <p:nvPr userDrawn="1"/>
          </p:nvSpPr>
          <p:spPr bwMode="auto">
            <a:xfrm>
              <a:off x="505" y="1189"/>
              <a:ext cx="125" cy="196"/>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extrusionOk="0">
                  <a:moveTo>
                    <a:pt x="555" y="433"/>
                  </a:moveTo>
                  <a:lnTo>
                    <a:pt x="0" y="866"/>
                  </a:lnTo>
                  <a:lnTo>
                    <a:pt x="0" y="433"/>
                  </a:lnTo>
                  <a:lnTo>
                    <a:pt x="0" y="0"/>
                  </a:lnTo>
                  <a:lnTo>
                    <a:pt x="555"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4" name="Freeform 39"/>
            <p:cNvSpPr>
              <a:spLocks noGrp="1" noRot="1" noMove="1" noResize="1" noEditPoints="1" noAdjustHandles="1" noChangeArrowheads="1" noChangeShapeType="1"/>
            </p:cNvSpPr>
            <p:nvPr userDrawn="1"/>
          </p:nvSpPr>
          <p:spPr bwMode="auto">
            <a:xfrm>
              <a:off x="630" y="1482"/>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5" name="Freeform 40"/>
            <p:cNvSpPr>
              <a:spLocks noGrp="1" noRot="1" noMove="1" noResize="1" noEditPoints="1" noAdjustHandles="1" noChangeArrowheads="1" noChangeShapeType="1"/>
            </p:cNvSpPr>
            <p:nvPr userDrawn="1"/>
          </p:nvSpPr>
          <p:spPr bwMode="auto">
            <a:xfrm>
              <a:off x="379" y="148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6" name="Freeform 41"/>
            <p:cNvSpPr>
              <a:spLocks noGrp="1" noRot="1" noMove="1" noResize="1" noEditPoints="1" noAdjustHandles="1" noChangeArrowheads="1" noChangeShapeType="1"/>
            </p:cNvSpPr>
            <p:nvPr userDrawn="1"/>
          </p:nvSpPr>
          <p:spPr bwMode="auto">
            <a:xfrm>
              <a:off x="630" y="1385"/>
              <a:ext cx="126" cy="195"/>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0"/>
                  </a:lnTo>
                  <a:lnTo>
                    <a:pt x="554" y="433"/>
                  </a:lnTo>
                  <a:lnTo>
                    <a:pt x="554" y="865"/>
                  </a:lnTo>
                  <a:lnTo>
                    <a:pt x="0" y="433"/>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7" name="Freeform 42"/>
            <p:cNvSpPr>
              <a:spLocks noGrp="1" noRot="1" noMove="1" noResize="1" noEditPoints="1" noAdjustHandles="1" noChangeArrowheads="1" noChangeShapeType="1"/>
            </p:cNvSpPr>
            <p:nvPr userDrawn="1"/>
          </p:nvSpPr>
          <p:spPr bwMode="auto">
            <a:xfrm>
              <a:off x="756" y="1091"/>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8" name="Freeform 43"/>
            <p:cNvSpPr>
              <a:spLocks noGrp="1" noRot="1" noMove="1" noResize="1" noEditPoints="1" noAdjustHandles="1" noChangeArrowheads="1" noChangeShapeType="1"/>
            </p:cNvSpPr>
            <p:nvPr userDrawn="1"/>
          </p:nvSpPr>
          <p:spPr bwMode="auto">
            <a:xfrm>
              <a:off x="379" y="1580"/>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9" name="Freeform 44"/>
            <p:cNvSpPr>
              <a:spLocks noGrp="1" noRot="1" noMove="1" noResize="1" noEditPoints="1" noAdjustHandles="1" noChangeArrowheads="1" noChangeShapeType="1"/>
            </p:cNvSpPr>
            <p:nvPr userDrawn="1"/>
          </p:nvSpPr>
          <p:spPr bwMode="auto">
            <a:xfrm>
              <a:off x="630" y="1874"/>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0" name="Freeform 45"/>
            <p:cNvSpPr>
              <a:spLocks noGrp="1" noRot="1" noMove="1" noResize="1" noEditPoints="1" noAdjustHandles="1" noChangeArrowheads="1" noChangeShapeType="1"/>
            </p:cNvSpPr>
            <p:nvPr userDrawn="1"/>
          </p:nvSpPr>
          <p:spPr bwMode="auto">
            <a:xfrm>
              <a:off x="505" y="1874"/>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1" name="Freeform 46"/>
            <p:cNvSpPr>
              <a:spLocks noGrp="1" noRot="1" noMove="1" noResize="1" noEditPoints="1" noAdjustHandles="1" noChangeArrowheads="1" noChangeShapeType="1"/>
            </p:cNvSpPr>
            <p:nvPr userDrawn="1"/>
          </p:nvSpPr>
          <p:spPr bwMode="auto">
            <a:xfrm>
              <a:off x="128" y="1776"/>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2" name="Freeform 47"/>
            <p:cNvSpPr>
              <a:spLocks noGrp="1" noRot="1" noMove="1" noResize="1" noEditPoints="1" noAdjustHandles="1" noChangeArrowheads="1" noChangeShapeType="1"/>
            </p:cNvSpPr>
            <p:nvPr userDrawn="1"/>
          </p:nvSpPr>
          <p:spPr bwMode="auto">
            <a:xfrm>
              <a:off x="379" y="1776"/>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3" name="Freeform 48"/>
            <p:cNvSpPr>
              <a:spLocks noGrp="1" noRot="1" noMove="1" noResize="1" noEditPoints="1" noAdjustHandles="1" noChangeArrowheads="1" noChangeShapeType="1"/>
            </p:cNvSpPr>
            <p:nvPr userDrawn="1"/>
          </p:nvSpPr>
          <p:spPr bwMode="auto">
            <a:xfrm>
              <a:off x="379" y="1874"/>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4" name="Freeform 49"/>
            <p:cNvSpPr>
              <a:spLocks noGrp="1" noRot="1" noMove="1" noResize="1" noEditPoints="1" noAdjustHandles="1" noChangeArrowheads="1" noChangeShapeType="1"/>
            </p:cNvSpPr>
            <p:nvPr userDrawn="1"/>
          </p:nvSpPr>
          <p:spPr bwMode="auto">
            <a:xfrm>
              <a:off x="379" y="40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5" name="Freeform 50"/>
            <p:cNvSpPr>
              <a:spLocks noGrp="1" noRot="1" noMove="1" noResize="1" noEditPoints="1" noAdjustHandles="1" noChangeArrowheads="1" noChangeShapeType="1"/>
            </p:cNvSpPr>
            <p:nvPr userDrawn="1"/>
          </p:nvSpPr>
          <p:spPr bwMode="auto">
            <a:xfrm>
              <a:off x="379" y="700"/>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6" name="Freeform 51"/>
            <p:cNvSpPr>
              <a:spLocks noGrp="1" noRot="1" noMove="1" noResize="1" noEditPoints="1" noAdjustHandles="1" noChangeArrowheads="1" noChangeShapeType="1"/>
            </p:cNvSpPr>
            <p:nvPr userDrawn="1"/>
          </p:nvSpPr>
          <p:spPr bwMode="auto">
            <a:xfrm>
              <a:off x="2" y="3439"/>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7" name="Freeform 52"/>
            <p:cNvSpPr>
              <a:spLocks noGrp="1" noRot="1" noMove="1" noResize="1" noEditPoints="1" noAdjustHandles="1" noChangeArrowheads="1" noChangeShapeType="1"/>
            </p:cNvSpPr>
            <p:nvPr userDrawn="1"/>
          </p:nvSpPr>
          <p:spPr bwMode="auto">
            <a:xfrm>
              <a:off x="2" y="3048"/>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8" name="Freeform 53"/>
            <p:cNvSpPr>
              <a:spLocks noGrp="1" noRot="1" noMove="1" noResize="1" noEditPoints="1" noAdjustHandles="1" noChangeArrowheads="1" noChangeShapeType="1"/>
            </p:cNvSpPr>
            <p:nvPr userDrawn="1"/>
          </p:nvSpPr>
          <p:spPr bwMode="auto">
            <a:xfrm>
              <a:off x="2" y="3244"/>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9" name="Freeform 54"/>
            <p:cNvSpPr>
              <a:spLocks noGrp="1" noRot="1" noMove="1" noResize="1" noEditPoints="1" noAdjustHandles="1" noChangeArrowheads="1" noChangeShapeType="1"/>
            </p:cNvSpPr>
            <p:nvPr userDrawn="1"/>
          </p:nvSpPr>
          <p:spPr bwMode="auto">
            <a:xfrm>
              <a:off x="2" y="3342"/>
              <a:ext cx="126" cy="195"/>
            </a:xfrm>
            <a:custGeom>
              <a:avLst/>
              <a:gdLst>
                <a:gd name="T0" fmla="*/ 554 w 554"/>
                <a:gd name="T1" fmla="*/ 432 h 865"/>
                <a:gd name="T2" fmla="*/ 0 w 554"/>
                <a:gd name="T3" fmla="*/ 865 h 865"/>
                <a:gd name="T4" fmla="*/ 0 w 554"/>
                <a:gd name="T5" fmla="*/ 432 h 865"/>
                <a:gd name="T6" fmla="*/ 0 w 554"/>
                <a:gd name="T7" fmla="*/ 0 h 865"/>
                <a:gd name="T8" fmla="*/ 554 w 554"/>
                <a:gd name="T9" fmla="*/ 432 h 865"/>
              </a:gdLst>
              <a:ahLst/>
              <a:cxnLst>
                <a:cxn ang="0">
                  <a:pos x="T0" y="T1"/>
                </a:cxn>
                <a:cxn ang="0">
                  <a:pos x="T2" y="T3"/>
                </a:cxn>
                <a:cxn ang="0">
                  <a:pos x="T4" y="T5"/>
                </a:cxn>
                <a:cxn ang="0">
                  <a:pos x="T6" y="T7"/>
                </a:cxn>
                <a:cxn ang="0">
                  <a:pos x="T8" y="T9"/>
                </a:cxn>
              </a:cxnLst>
              <a:rect l="0" t="0" r="r" b="b"/>
              <a:pathLst>
                <a:path w="554" h="865" extrusionOk="0">
                  <a:moveTo>
                    <a:pt x="554" y="432"/>
                  </a:moveTo>
                  <a:lnTo>
                    <a:pt x="0" y="865"/>
                  </a:lnTo>
                  <a:lnTo>
                    <a:pt x="0" y="432"/>
                  </a:lnTo>
                  <a:lnTo>
                    <a:pt x="0" y="0"/>
                  </a:lnTo>
                  <a:lnTo>
                    <a:pt x="554" y="432"/>
                  </a:lnTo>
                  <a:close/>
                </a:path>
              </a:pathLst>
            </a:custGeom>
            <a:solidFill>
              <a:srgbClr val="B18CCB"/>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0" name="Freeform 55"/>
            <p:cNvSpPr>
              <a:spLocks noGrp="1" noRot="1" noMove="1" noResize="1" noEditPoints="1" noAdjustHandles="1" noChangeArrowheads="1" noChangeShapeType="1"/>
            </p:cNvSpPr>
            <p:nvPr userDrawn="1"/>
          </p:nvSpPr>
          <p:spPr bwMode="auto">
            <a:xfrm>
              <a:off x="2" y="2657"/>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1" name="Freeform 56"/>
            <p:cNvSpPr>
              <a:spLocks noGrp="1" noRot="1" noMove="1" noResize="1" noEditPoints="1" noAdjustHandles="1" noChangeArrowheads="1" noChangeShapeType="1"/>
            </p:cNvSpPr>
            <p:nvPr userDrawn="1"/>
          </p:nvSpPr>
          <p:spPr bwMode="auto">
            <a:xfrm>
              <a:off x="2" y="2559"/>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2" name="Freeform 57"/>
            <p:cNvSpPr>
              <a:spLocks noGrp="1" noRot="1" noMove="1" noResize="1" noEditPoints="1" noAdjustHandles="1" noChangeArrowheads="1" noChangeShapeType="1"/>
            </p:cNvSpPr>
            <p:nvPr userDrawn="1"/>
          </p:nvSpPr>
          <p:spPr bwMode="auto">
            <a:xfrm>
              <a:off x="2" y="2167"/>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3" name="Freeform 58"/>
            <p:cNvSpPr>
              <a:spLocks noGrp="1" noRot="1" noMove="1" noResize="1" noEditPoints="1" noAdjustHandles="1" noChangeArrowheads="1" noChangeShapeType="1"/>
            </p:cNvSpPr>
            <p:nvPr userDrawn="1"/>
          </p:nvSpPr>
          <p:spPr bwMode="auto">
            <a:xfrm>
              <a:off x="2" y="2069"/>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4" name="Freeform 59"/>
            <p:cNvSpPr>
              <a:spLocks noGrp="1" noRot="1" noMove="1" noResize="1" noEditPoints="1" noAdjustHandles="1" noChangeArrowheads="1" noChangeShapeType="1"/>
            </p:cNvSpPr>
            <p:nvPr userDrawn="1"/>
          </p:nvSpPr>
          <p:spPr bwMode="auto">
            <a:xfrm>
              <a:off x="2" y="1874"/>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5" name="Freeform 60"/>
            <p:cNvSpPr>
              <a:spLocks noGrp="1" noRot="1" noMove="1" noResize="1" noEditPoints="1" noAdjustHandles="1" noChangeArrowheads="1" noChangeShapeType="1"/>
            </p:cNvSpPr>
            <p:nvPr userDrawn="1"/>
          </p:nvSpPr>
          <p:spPr bwMode="auto">
            <a:xfrm>
              <a:off x="128" y="700"/>
              <a:ext cx="125"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6" name="Freeform 61"/>
            <p:cNvSpPr>
              <a:spLocks noGrp="1" noRot="1" noMove="1" noResize="1" noEditPoints="1" noAdjustHandles="1" noChangeArrowheads="1" noChangeShapeType="1"/>
            </p:cNvSpPr>
            <p:nvPr userDrawn="1"/>
          </p:nvSpPr>
          <p:spPr bwMode="auto">
            <a:xfrm>
              <a:off x="505" y="1287"/>
              <a:ext cx="125" cy="195"/>
            </a:xfrm>
            <a:custGeom>
              <a:avLst/>
              <a:gdLst>
                <a:gd name="T0" fmla="*/ 554 w 554"/>
                <a:gd name="T1" fmla="*/ 0 h 865"/>
                <a:gd name="T2" fmla="*/ 554 w 554"/>
                <a:gd name="T3" fmla="*/ 433 h 865"/>
                <a:gd name="T4" fmla="*/ 554 w 554"/>
                <a:gd name="T5" fmla="*/ 865 h 865"/>
                <a:gd name="T6" fmla="*/ 0 w 554"/>
                <a:gd name="T7" fmla="*/ 433 h 865"/>
                <a:gd name="T8" fmla="*/ 554 w 554"/>
                <a:gd name="T9" fmla="*/ 0 h 865"/>
              </a:gdLst>
              <a:ahLst/>
              <a:cxnLst>
                <a:cxn ang="0">
                  <a:pos x="T0" y="T1"/>
                </a:cxn>
                <a:cxn ang="0">
                  <a:pos x="T2" y="T3"/>
                </a:cxn>
                <a:cxn ang="0">
                  <a:pos x="T4" y="T5"/>
                </a:cxn>
                <a:cxn ang="0">
                  <a:pos x="T6" y="T7"/>
                </a:cxn>
                <a:cxn ang="0">
                  <a:pos x="T8" y="T9"/>
                </a:cxn>
              </a:cxnLst>
              <a:rect l="0" t="0" r="r" b="b"/>
              <a:pathLst>
                <a:path w="554" h="865" extrusionOk="0">
                  <a:moveTo>
                    <a:pt x="554" y="0"/>
                  </a:moveTo>
                  <a:lnTo>
                    <a:pt x="554" y="433"/>
                  </a:lnTo>
                  <a:lnTo>
                    <a:pt x="554" y="865"/>
                  </a:lnTo>
                  <a:lnTo>
                    <a:pt x="0" y="433"/>
                  </a:lnTo>
                  <a:lnTo>
                    <a:pt x="554" y="0"/>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7" name="Freeform 62"/>
            <p:cNvSpPr>
              <a:spLocks noGrp="1" noRot="1" noMove="1" noResize="1" noEditPoints="1" noAdjustHandles="1" noChangeArrowheads="1" noChangeShapeType="1"/>
            </p:cNvSpPr>
            <p:nvPr userDrawn="1"/>
          </p:nvSpPr>
          <p:spPr bwMode="auto">
            <a:xfrm>
              <a:off x="756" y="602"/>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8" name="Freeform 63"/>
            <p:cNvSpPr>
              <a:spLocks noGrp="1" noRot="1" noMove="1" noResize="1" noEditPoints="1" noAdjustHandles="1" noChangeArrowheads="1" noChangeShapeType="1"/>
            </p:cNvSpPr>
            <p:nvPr userDrawn="1"/>
          </p:nvSpPr>
          <p:spPr bwMode="auto">
            <a:xfrm>
              <a:off x="505" y="797"/>
              <a:ext cx="125" cy="196"/>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extrusionOk="0">
                  <a:moveTo>
                    <a:pt x="555" y="433"/>
                  </a:moveTo>
                  <a:lnTo>
                    <a:pt x="0" y="866"/>
                  </a:lnTo>
                  <a:lnTo>
                    <a:pt x="0" y="433"/>
                  </a:lnTo>
                  <a:lnTo>
                    <a:pt x="0" y="0"/>
                  </a:lnTo>
                  <a:lnTo>
                    <a:pt x="555"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9" name="Freeform 64"/>
            <p:cNvSpPr>
              <a:spLocks noGrp="1" noRot="1" noMove="1" noResize="1" noEditPoints="1" noAdjustHandles="1" noChangeArrowheads="1" noChangeShapeType="1"/>
            </p:cNvSpPr>
            <p:nvPr userDrawn="1"/>
          </p:nvSpPr>
          <p:spPr bwMode="auto">
            <a:xfrm>
              <a:off x="2" y="602"/>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0" name="Freeform 65"/>
            <p:cNvSpPr>
              <a:spLocks noGrp="1" noRot="1" noMove="1" noResize="1" noEditPoints="1" noAdjustHandles="1" noChangeArrowheads="1" noChangeShapeType="1"/>
            </p:cNvSpPr>
            <p:nvPr userDrawn="1"/>
          </p:nvSpPr>
          <p:spPr bwMode="auto">
            <a:xfrm>
              <a:off x="253" y="1287"/>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1" name="Freeform 66"/>
            <p:cNvSpPr>
              <a:spLocks noGrp="1" noRot="1" noMove="1" noResize="1" noEditPoints="1" noAdjustHandles="1" noChangeArrowheads="1" noChangeShapeType="1"/>
            </p:cNvSpPr>
            <p:nvPr userDrawn="1"/>
          </p:nvSpPr>
          <p:spPr bwMode="auto">
            <a:xfrm>
              <a:off x="128" y="2461"/>
              <a:ext cx="125"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2" name="Freeform 67"/>
            <p:cNvSpPr>
              <a:spLocks noGrp="1" noRot="1" noMove="1" noResize="1" noEditPoints="1" noAdjustHandles="1" noChangeArrowheads="1" noChangeShapeType="1"/>
            </p:cNvSpPr>
            <p:nvPr userDrawn="1"/>
          </p:nvSpPr>
          <p:spPr bwMode="auto">
            <a:xfrm>
              <a:off x="128" y="2754"/>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3" name="Freeform 68"/>
            <p:cNvSpPr>
              <a:spLocks noGrp="1" noRot="1" noMove="1" noResize="1" noEditPoints="1" noAdjustHandles="1" noChangeArrowheads="1" noChangeShapeType="1"/>
            </p:cNvSpPr>
            <p:nvPr userDrawn="1"/>
          </p:nvSpPr>
          <p:spPr bwMode="auto">
            <a:xfrm>
              <a:off x="128" y="2852"/>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4" name="Freeform 69"/>
            <p:cNvSpPr>
              <a:spLocks noGrp="1" noRot="1" noMove="1" noResize="1" noEditPoints="1" noAdjustHandles="1" noChangeArrowheads="1" noChangeShapeType="1"/>
            </p:cNvSpPr>
            <p:nvPr userDrawn="1"/>
          </p:nvSpPr>
          <p:spPr bwMode="auto">
            <a:xfrm>
              <a:off x="253" y="2167"/>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5" name="Freeform 70"/>
            <p:cNvSpPr>
              <a:spLocks noGrp="1" noRot="1" noMove="1" noResize="1" noEditPoints="1" noAdjustHandles="1" noChangeArrowheads="1" noChangeShapeType="1"/>
            </p:cNvSpPr>
            <p:nvPr userDrawn="1"/>
          </p:nvSpPr>
          <p:spPr bwMode="auto">
            <a:xfrm>
              <a:off x="2" y="1482"/>
              <a:ext cx="126" cy="196"/>
            </a:xfrm>
            <a:custGeom>
              <a:avLst/>
              <a:gdLst>
                <a:gd name="T0" fmla="*/ 554 w 554"/>
                <a:gd name="T1" fmla="*/ 865 h 865"/>
                <a:gd name="T2" fmla="*/ 554 w 554"/>
                <a:gd name="T3" fmla="*/ 432 h 865"/>
                <a:gd name="T4" fmla="*/ 554 w 554"/>
                <a:gd name="T5" fmla="*/ 0 h 865"/>
                <a:gd name="T6" fmla="*/ 0 w 554"/>
                <a:gd name="T7" fmla="*/ 432 h 865"/>
                <a:gd name="T8" fmla="*/ 554 w 554"/>
                <a:gd name="T9" fmla="*/ 865 h 865"/>
              </a:gdLst>
              <a:ahLst/>
              <a:cxnLst>
                <a:cxn ang="0">
                  <a:pos x="T0" y="T1"/>
                </a:cxn>
                <a:cxn ang="0">
                  <a:pos x="T2" y="T3"/>
                </a:cxn>
                <a:cxn ang="0">
                  <a:pos x="T4" y="T5"/>
                </a:cxn>
                <a:cxn ang="0">
                  <a:pos x="T6" y="T7"/>
                </a:cxn>
                <a:cxn ang="0">
                  <a:pos x="T8" y="T9"/>
                </a:cxn>
              </a:cxnLst>
              <a:rect l="0" t="0" r="r" b="b"/>
              <a:pathLst>
                <a:path w="554" h="865" extrusionOk="0">
                  <a:moveTo>
                    <a:pt x="554" y="865"/>
                  </a:moveTo>
                  <a:lnTo>
                    <a:pt x="554" y="432"/>
                  </a:lnTo>
                  <a:lnTo>
                    <a:pt x="554" y="0"/>
                  </a:lnTo>
                  <a:lnTo>
                    <a:pt x="0" y="432"/>
                  </a:lnTo>
                  <a:lnTo>
                    <a:pt x="554" y="865"/>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6" name="Freeform 71"/>
            <p:cNvSpPr>
              <a:spLocks noGrp="1" noRot="1" noMove="1" noResize="1" noEditPoints="1" noAdjustHandles="1" noChangeArrowheads="1" noChangeShapeType="1"/>
            </p:cNvSpPr>
            <p:nvPr userDrawn="1"/>
          </p:nvSpPr>
          <p:spPr bwMode="auto">
            <a:xfrm>
              <a:off x="253" y="1580"/>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7" name="Freeform 72"/>
            <p:cNvSpPr>
              <a:spLocks noGrp="1" noRot="1" noMove="1" noResize="1" noEditPoints="1" noAdjustHandles="1" noChangeArrowheads="1" noChangeShapeType="1"/>
            </p:cNvSpPr>
            <p:nvPr userDrawn="1"/>
          </p:nvSpPr>
          <p:spPr bwMode="auto">
            <a:xfrm>
              <a:off x="253" y="1482"/>
              <a:ext cx="126" cy="196"/>
            </a:xfrm>
            <a:custGeom>
              <a:avLst/>
              <a:gdLst>
                <a:gd name="T0" fmla="*/ 554 w 554"/>
                <a:gd name="T1" fmla="*/ 865 h 865"/>
                <a:gd name="T2" fmla="*/ 554 w 554"/>
                <a:gd name="T3" fmla="*/ 432 h 865"/>
                <a:gd name="T4" fmla="*/ 554 w 554"/>
                <a:gd name="T5" fmla="*/ 0 h 865"/>
                <a:gd name="T6" fmla="*/ 0 w 554"/>
                <a:gd name="T7" fmla="*/ 432 h 865"/>
                <a:gd name="T8" fmla="*/ 554 w 554"/>
                <a:gd name="T9" fmla="*/ 865 h 865"/>
              </a:gdLst>
              <a:ahLst/>
              <a:cxnLst>
                <a:cxn ang="0">
                  <a:pos x="T0" y="T1"/>
                </a:cxn>
                <a:cxn ang="0">
                  <a:pos x="T2" y="T3"/>
                </a:cxn>
                <a:cxn ang="0">
                  <a:pos x="T4" y="T5"/>
                </a:cxn>
                <a:cxn ang="0">
                  <a:pos x="T6" y="T7"/>
                </a:cxn>
                <a:cxn ang="0">
                  <a:pos x="T8" y="T9"/>
                </a:cxn>
              </a:cxnLst>
              <a:rect l="0" t="0" r="r" b="b"/>
              <a:pathLst>
                <a:path w="554" h="865" extrusionOk="0">
                  <a:moveTo>
                    <a:pt x="554" y="865"/>
                  </a:moveTo>
                  <a:lnTo>
                    <a:pt x="554" y="432"/>
                  </a:lnTo>
                  <a:lnTo>
                    <a:pt x="554" y="0"/>
                  </a:lnTo>
                  <a:lnTo>
                    <a:pt x="0" y="432"/>
                  </a:lnTo>
                  <a:lnTo>
                    <a:pt x="554" y="865"/>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8" name="Freeform 73"/>
            <p:cNvSpPr>
              <a:spLocks noGrp="1" noRot="1" noMove="1" noResize="1" noEditPoints="1" noAdjustHandles="1" noChangeArrowheads="1" noChangeShapeType="1"/>
            </p:cNvSpPr>
            <p:nvPr userDrawn="1"/>
          </p:nvSpPr>
          <p:spPr bwMode="auto">
            <a:xfrm>
              <a:off x="379" y="109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9" name="Freeform 74"/>
            <p:cNvSpPr>
              <a:spLocks noGrp="1" noRot="1" noMove="1" noResize="1" noEditPoints="1" noAdjustHandles="1" noChangeArrowheads="1" noChangeShapeType="1"/>
            </p:cNvSpPr>
            <p:nvPr userDrawn="1"/>
          </p:nvSpPr>
          <p:spPr bwMode="auto">
            <a:xfrm>
              <a:off x="128" y="993"/>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0" name="Freeform 75"/>
            <p:cNvSpPr>
              <a:spLocks noGrp="1" noRot="1" noMove="1" noResize="1" noEditPoints="1" noAdjustHandles="1" noChangeArrowheads="1" noChangeShapeType="1"/>
            </p:cNvSpPr>
            <p:nvPr userDrawn="1"/>
          </p:nvSpPr>
          <p:spPr bwMode="auto">
            <a:xfrm>
              <a:off x="253" y="109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1" name="Freeform 76"/>
            <p:cNvSpPr>
              <a:spLocks noGrp="1" noRot="1" noMove="1" noResize="1" noEditPoints="1" noAdjustHandles="1" noChangeArrowheads="1" noChangeShapeType="1"/>
            </p:cNvSpPr>
            <p:nvPr userDrawn="1"/>
          </p:nvSpPr>
          <p:spPr bwMode="auto">
            <a:xfrm>
              <a:off x="2" y="1678"/>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2" name="Freeform 77"/>
            <p:cNvSpPr>
              <a:spLocks noGrp="1" noRot="1" noMove="1" noResize="1" noEditPoints="1" noAdjustHandles="1" noChangeArrowheads="1" noChangeShapeType="1"/>
            </p:cNvSpPr>
            <p:nvPr userDrawn="1"/>
          </p:nvSpPr>
          <p:spPr bwMode="auto">
            <a:xfrm>
              <a:off x="2" y="1776"/>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3" name="Freeform 78"/>
            <p:cNvSpPr>
              <a:spLocks noGrp="1" noRot="1" noMove="1" noResize="1" noEditPoints="1" noAdjustHandles="1" noChangeArrowheads="1" noChangeShapeType="1"/>
            </p:cNvSpPr>
            <p:nvPr userDrawn="1"/>
          </p:nvSpPr>
          <p:spPr bwMode="auto">
            <a:xfrm>
              <a:off x="128" y="1287"/>
              <a:ext cx="125"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4" name="Freeform 79"/>
            <p:cNvSpPr>
              <a:spLocks noGrp="1" noRot="1" noMove="1" noResize="1" noEditPoints="1" noAdjustHandles="1" noChangeArrowheads="1" noChangeShapeType="1"/>
            </p:cNvSpPr>
            <p:nvPr userDrawn="1"/>
          </p:nvSpPr>
          <p:spPr bwMode="auto">
            <a:xfrm>
              <a:off x="128" y="1580"/>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5" name="Freeform 80"/>
            <p:cNvSpPr>
              <a:spLocks noGrp="1" noRot="1" noMove="1" noResize="1" noEditPoints="1" noAdjustHandles="1" noChangeArrowheads="1" noChangeShapeType="1"/>
            </p:cNvSpPr>
            <p:nvPr userDrawn="1"/>
          </p:nvSpPr>
          <p:spPr bwMode="auto">
            <a:xfrm>
              <a:off x="6928"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6" name="Freeform 81"/>
            <p:cNvSpPr>
              <a:spLocks noGrp="1" noRot="1" noMove="1" noResize="1" noEditPoints="1" noAdjustHandles="1" noChangeArrowheads="1" noChangeShapeType="1"/>
            </p:cNvSpPr>
            <p:nvPr userDrawn="1"/>
          </p:nvSpPr>
          <p:spPr bwMode="auto">
            <a:xfrm>
              <a:off x="7305" y="3342"/>
              <a:ext cx="126" cy="195"/>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extrusionOk="0">
                  <a:moveTo>
                    <a:pt x="554" y="433"/>
                  </a:moveTo>
                  <a:lnTo>
                    <a:pt x="0" y="865"/>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7" name="Freeform 82"/>
            <p:cNvSpPr>
              <a:spLocks noGrp="1" noRot="1" noMove="1" noResize="1" noEditPoints="1" noAdjustHandles="1" noChangeArrowheads="1" noChangeShapeType="1"/>
            </p:cNvSpPr>
            <p:nvPr userDrawn="1"/>
          </p:nvSpPr>
          <p:spPr bwMode="auto">
            <a:xfrm>
              <a:off x="7431"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8" name="Freeform 83"/>
            <p:cNvSpPr>
              <a:spLocks noGrp="1" noRot="1" noMove="1" noResize="1" noEditPoints="1" noAdjustHandles="1" noChangeArrowheads="1" noChangeShapeType="1"/>
            </p:cNvSpPr>
            <p:nvPr userDrawn="1"/>
          </p:nvSpPr>
          <p:spPr bwMode="auto">
            <a:xfrm>
              <a:off x="7431" y="3244"/>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9" name="Freeform 84"/>
            <p:cNvSpPr>
              <a:spLocks noGrp="1" noRot="1" noMove="1" noResize="1" noEditPoints="1" noAdjustHandles="1" noChangeArrowheads="1" noChangeShapeType="1"/>
            </p:cNvSpPr>
            <p:nvPr userDrawn="1"/>
          </p:nvSpPr>
          <p:spPr bwMode="auto">
            <a:xfrm>
              <a:off x="7431" y="34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0" name="Freeform 85"/>
            <p:cNvSpPr>
              <a:spLocks noGrp="1" noRot="1" noMove="1" noResize="1" noEditPoints="1" noAdjustHandles="1" noChangeArrowheads="1" noChangeShapeType="1"/>
            </p:cNvSpPr>
            <p:nvPr userDrawn="1"/>
          </p:nvSpPr>
          <p:spPr bwMode="auto">
            <a:xfrm>
              <a:off x="7054" y="3537"/>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1" name="Freeform 86"/>
            <p:cNvSpPr>
              <a:spLocks noGrp="1" noRot="1" noMove="1" noResize="1" noEditPoints="1" noAdjustHandles="1" noChangeArrowheads="1" noChangeShapeType="1"/>
            </p:cNvSpPr>
            <p:nvPr userDrawn="1"/>
          </p:nvSpPr>
          <p:spPr bwMode="auto">
            <a:xfrm>
              <a:off x="7305" y="3048"/>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2" name="Freeform 87"/>
            <p:cNvSpPr>
              <a:spLocks noGrp="1" noRot="1" noMove="1" noResize="1" noEditPoints="1" noAdjustHandles="1" noChangeArrowheads="1" noChangeShapeType="1"/>
            </p:cNvSpPr>
            <p:nvPr userDrawn="1"/>
          </p:nvSpPr>
          <p:spPr bwMode="auto">
            <a:xfrm>
              <a:off x="7180" y="3537"/>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3" name="Freeform 88"/>
            <p:cNvSpPr>
              <a:spLocks noGrp="1" noRot="1" noMove="1" noResize="1" noEditPoints="1" noAdjustHandles="1" noChangeArrowheads="1" noChangeShapeType="1"/>
            </p:cNvSpPr>
            <p:nvPr userDrawn="1"/>
          </p:nvSpPr>
          <p:spPr bwMode="auto">
            <a:xfrm>
              <a:off x="7305" y="3244"/>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4" name="Freeform 89"/>
            <p:cNvSpPr>
              <a:spLocks noGrp="1" noRot="1" noMove="1" noResize="1" noEditPoints="1" noAdjustHandles="1" noChangeArrowheads="1" noChangeShapeType="1"/>
            </p:cNvSpPr>
            <p:nvPr userDrawn="1"/>
          </p:nvSpPr>
          <p:spPr bwMode="auto">
            <a:xfrm>
              <a:off x="7305" y="3146"/>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5" name="Freeform 90"/>
            <p:cNvSpPr>
              <a:spLocks noGrp="1" noRot="1" noMove="1" noResize="1" noEditPoints="1" noAdjustHandles="1" noChangeArrowheads="1" noChangeShapeType="1"/>
            </p:cNvSpPr>
            <p:nvPr userDrawn="1"/>
          </p:nvSpPr>
          <p:spPr bwMode="auto">
            <a:xfrm>
              <a:off x="7431" y="314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6" name="Freeform 91"/>
            <p:cNvSpPr>
              <a:spLocks noGrp="1" noRot="1" noMove="1" noResize="1" noEditPoints="1" noAdjustHandles="1" noChangeArrowheads="1" noChangeShapeType="1"/>
            </p:cNvSpPr>
            <p:nvPr userDrawn="1"/>
          </p:nvSpPr>
          <p:spPr bwMode="auto">
            <a:xfrm>
              <a:off x="7557" y="3733"/>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7" name="Freeform 92"/>
            <p:cNvSpPr>
              <a:spLocks noGrp="1" noRot="1" noMove="1" noResize="1" noEditPoints="1" noAdjustHandles="1" noChangeArrowheads="1" noChangeShapeType="1"/>
            </p:cNvSpPr>
            <p:nvPr userDrawn="1"/>
          </p:nvSpPr>
          <p:spPr bwMode="auto">
            <a:xfrm>
              <a:off x="7180" y="3439"/>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8" name="Freeform 93"/>
            <p:cNvSpPr>
              <a:spLocks noGrp="1" noRot="1" noMove="1" noResize="1" noEditPoints="1" noAdjustHandles="1" noChangeArrowheads="1" noChangeShapeType="1"/>
            </p:cNvSpPr>
            <p:nvPr userDrawn="1"/>
          </p:nvSpPr>
          <p:spPr bwMode="auto">
            <a:xfrm>
              <a:off x="7054" y="3439"/>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9" name="Freeform 94"/>
            <p:cNvSpPr>
              <a:spLocks noGrp="1" noRot="1" noMove="1" noResize="1" noEditPoints="1" noAdjustHandles="1" noChangeArrowheads="1" noChangeShapeType="1"/>
            </p:cNvSpPr>
            <p:nvPr userDrawn="1"/>
          </p:nvSpPr>
          <p:spPr bwMode="auto">
            <a:xfrm>
              <a:off x="7557" y="3146"/>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0" name="Freeform 95"/>
            <p:cNvSpPr>
              <a:spLocks noGrp="1" noRot="1" noMove="1" noResize="1" noEditPoints="1" noAdjustHandles="1" noChangeArrowheads="1" noChangeShapeType="1"/>
            </p:cNvSpPr>
            <p:nvPr userDrawn="1"/>
          </p:nvSpPr>
          <p:spPr bwMode="auto">
            <a:xfrm>
              <a:off x="7180"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1" name="Freeform 96"/>
            <p:cNvSpPr>
              <a:spLocks noGrp="1" noRot="1" noMove="1" noResize="1" noEditPoints="1" noAdjustHandles="1" noChangeArrowheads="1" noChangeShapeType="1"/>
            </p:cNvSpPr>
            <p:nvPr userDrawn="1"/>
          </p:nvSpPr>
          <p:spPr bwMode="auto">
            <a:xfrm>
              <a:off x="7054"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2" name="Freeform 97"/>
            <p:cNvSpPr>
              <a:spLocks noGrp="1" noRot="1" noMove="1" noResize="1" noEditPoints="1" noAdjustHandles="1" noChangeArrowheads="1" noChangeShapeType="1"/>
            </p:cNvSpPr>
            <p:nvPr userDrawn="1"/>
          </p:nvSpPr>
          <p:spPr bwMode="auto">
            <a:xfrm>
              <a:off x="7054" y="2657"/>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3" name="Freeform 98"/>
            <p:cNvSpPr>
              <a:spLocks noGrp="1" noRot="1" noMove="1" noResize="1" noEditPoints="1" noAdjustHandles="1" noChangeArrowheads="1" noChangeShapeType="1"/>
            </p:cNvSpPr>
            <p:nvPr userDrawn="1"/>
          </p:nvSpPr>
          <p:spPr bwMode="auto">
            <a:xfrm>
              <a:off x="7180" y="3244"/>
              <a:ext cx="125"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4" name="Freeform 99"/>
            <p:cNvSpPr>
              <a:spLocks noGrp="1" noRot="1" noMove="1" noResize="1" noEditPoints="1" noAdjustHandles="1" noChangeArrowheads="1" noChangeShapeType="1"/>
            </p:cNvSpPr>
            <p:nvPr userDrawn="1"/>
          </p:nvSpPr>
          <p:spPr bwMode="auto">
            <a:xfrm>
              <a:off x="7557" y="4124"/>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5" name="Freeform 100"/>
            <p:cNvSpPr>
              <a:spLocks noGrp="1" noRot="1" noMove="1" noResize="1" noEditPoints="1" noAdjustHandles="1" noChangeArrowheads="1" noChangeShapeType="1"/>
            </p:cNvSpPr>
            <p:nvPr userDrawn="1"/>
          </p:nvSpPr>
          <p:spPr bwMode="auto">
            <a:xfrm>
              <a:off x="7305" y="2265"/>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6" name="Freeform 101"/>
            <p:cNvSpPr>
              <a:spLocks noGrp="1" noRot="1" noMove="1" noResize="1" noEditPoints="1" noAdjustHandles="1" noChangeArrowheads="1" noChangeShapeType="1"/>
            </p:cNvSpPr>
            <p:nvPr userDrawn="1"/>
          </p:nvSpPr>
          <p:spPr bwMode="auto">
            <a:xfrm>
              <a:off x="7431" y="3342"/>
              <a:ext cx="126" cy="195"/>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865"/>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7" name="Freeform 102"/>
            <p:cNvSpPr>
              <a:spLocks noGrp="1" noRot="1" noMove="1" noResize="1" noEditPoints="1" noAdjustHandles="1" noChangeArrowheads="1" noChangeShapeType="1"/>
            </p:cNvSpPr>
            <p:nvPr userDrawn="1"/>
          </p:nvSpPr>
          <p:spPr bwMode="auto">
            <a:xfrm>
              <a:off x="6928"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8" name="Freeform 103"/>
            <p:cNvSpPr>
              <a:spLocks noGrp="1" noRot="1" noMove="1" noResize="1" noEditPoints="1" noAdjustHandles="1" noChangeArrowheads="1" noChangeShapeType="1"/>
            </p:cNvSpPr>
            <p:nvPr userDrawn="1"/>
          </p:nvSpPr>
          <p:spPr bwMode="auto">
            <a:xfrm>
              <a:off x="6928" y="314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9" name="Freeform 104"/>
            <p:cNvSpPr>
              <a:spLocks noGrp="1" noRot="1" noMove="1" noResize="1" noEditPoints="1" noAdjustHandles="1" noChangeArrowheads="1" noChangeShapeType="1"/>
            </p:cNvSpPr>
            <p:nvPr userDrawn="1"/>
          </p:nvSpPr>
          <p:spPr bwMode="auto">
            <a:xfrm>
              <a:off x="6928"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0" name="Freeform 105"/>
            <p:cNvSpPr>
              <a:spLocks noGrp="1" noRot="1" noMove="1" noResize="1" noEditPoints="1" noAdjustHandles="1" noChangeArrowheads="1" noChangeShapeType="1"/>
            </p:cNvSpPr>
            <p:nvPr userDrawn="1"/>
          </p:nvSpPr>
          <p:spPr bwMode="auto">
            <a:xfrm>
              <a:off x="6802" y="3928"/>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1" name="Freeform 106"/>
            <p:cNvSpPr>
              <a:spLocks noGrp="1" noRot="1" noMove="1" noResize="1" noEditPoints="1" noAdjustHandles="1" noChangeArrowheads="1" noChangeShapeType="1"/>
            </p:cNvSpPr>
            <p:nvPr userDrawn="1"/>
          </p:nvSpPr>
          <p:spPr bwMode="auto">
            <a:xfrm>
              <a:off x="6802" y="3831"/>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2" name="Freeform 107"/>
            <p:cNvSpPr>
              <a:spLocks noGrp="1" noRot="1" noMove="1" noResize="1" noEditPoints="1" noAdjustHandles="1" noChangeArrowheads="1" noChangeShapeType="1"/>
            </p:cNvSpPr>
            <p:nvPr userDrawn="1"/>
          </p:nvSpPr>
          <p:spPr bwMode="auto">
            <a:xfrm>
              <a:off x="7557" y="3244"/>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3" name="Freeform 108"/>
            <p:cNvSpPr>
              <a:spLocks noGrp="1" noRot="1" noMove="1" noResize="1" noEditPoints="1" noAdjustHandles="1" noChangeArrowheads="1" noChangeShapeType="1"/>
            </p:cNvSpPr>
            <p:nvPr userDrawn="1"/>
          </p:nvSpPr>
          <p:spPr bwMode="auto">
            <a:xfrm>
              <a:off x="7054" y="3831"/>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4" name="Freeform 109"/>
            <p:cNvSpPr>
              <a:spLocks noGrp="1" noRot="1" noMove="1" noResize="1" noEditPoints="1" noAdjustHandles="1" noChangeArrowheads="1" noChangeShapeType="1"/>
            </p:cNvSpPr>
            <p:nvPr userDrawn="1"/>
          </p:nvSpPr>
          <p:spPr bwMode="auto">
            <a:xfrm>
              <a:off x="7305" y="3537"/>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5" name="Freeform 110"/>
            <p:cNvSpPr>
              <a:spLocks noGrp="1" noRot="1" noMove="1" noResize="1" noEditPoints="1" noAdjustHandles="1" noChangeArrowheads="1" noChangeShapeType="1"/>
            </p:cNvSpPr>
            <p:nvPr userDrawn="1"/>
          </p:nvSpPr>
          <p:spPr bwMode="auto">
            <a:xfrm>
              <a:off x="7054" y="3342"/>
              <a:ext cx="126" cy="195"/>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extrusionOk="0">
                  <a:moveTo>
                    <a:pt x="554" y="433"/>
                  </a:moveTo>
                  <a:lnTo>
                    <a:pt x="0" y="865"/>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6" name="Freeform 111"/>
            <p:cNvSpPr>
              <a:spLocks noGrp="1" noRot="1" noMove="1" noResize="1" noEditPoints="1" noAdjustHandles="1" noChangeArrowheads="1" noChangeShapeType="1"/>
            </p:cNvSpPr>
            <p:nvPr userDrawn="1"/>
          </p:nvSpPr>
          <p:spPr bwMode="auto">
            <a:xfrm>
              <a:off x="6928" y="4124"/>
              <a:ext cx="126" cy="196"/>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extrusionOk="0">
                  <a:moveTo>
                    <a:pt x="555" y="0"/>
                  </a:moveTo>
                  <a:lnTo>
                    <a:pt x="555" y="433"/>
                  </a:lnTo>
                  <a:lnTo>
                    <a:pt x="555" y="866"/>
                  </a:lnTo>
                  <a:lnTo>
                    <a:pt x="0" y="433"/>
                  </a:lnTo>
                  <a:lnTo>
                    <a:pt x="555"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7" name="Freeform 112"/>
            <p:cNvSpPr>
              <a:spLocks noGrp="1" noRot="1" noMove="1" noResize="1" noEditPoints="1" noAdjustHandles="1" noChangeArrowheads="1" noChangeShapeType="1"/>
            </p:cNvSpPr>
            <p:nvPr userDrawn="1"/>
          </p:nvSpPr>
          <p:spPr bwMode="auto">
            <a:xfrm>
              <a:off x="6677" y="3928"/>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8" name="Freeform 113"/>
            <p:cNvSpPr>
              <a:spLocks noGrp="1" noRot="1" noMove="1" noResize="1" noEditPoints="1" noAdjustHandles="1" noChangeArrowheads="1" noChangeShapeType="1"/>
            </p:cNvSpPr>
            <p:nvPr userDrawn="1"/>
          </p:nvSpPr>
          <p:spPr bwMode="auto">
            <a:xfrm>
              <a:off x="6677" y="373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9" name="Freeform 114"/>
            <p:cNvSpPr>
              <a:spLocks noGrp="1" noRot="1" noMove="1" noResize="1" noEditPoints="1" noAdjustHandles="1" noChangeArrowheads="1" noChangeShapeType="1"/>
            </p:cNvSpPr>
            <p:nvPr userDrawn="1"/>
          </p:nvSpPr>
          <p:spPr bwMode="auto">
            <a:xfrm>
              <a:off x="7431" y="3928"/>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0" name="Freeform 115"/>
            <p:cNvSpPr>
              <a:spLocks noGrp="1" noRot="1" noMove="1" noResize="1" noEditPoints="1" noAdjustHandles="1" noChangeArrowheads="1" noChangeShapeType="1"/>
            </p:cNvSpPr>
            <p:nvPr userDrawn="1"/>
          </p:nvSpPr>
          <p:spPr bwMode="auto">
            <a:xfrm>
              <a:off x="7305" y="3928"/>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1" name="Freeform 116"/>
            <p:cNvSpPr>
              <a:spLocks noGrp="1" noRot="1" noMove="1" noResize="1" noEditPoints="1" noAdjustHandles="1" noChangeArrowheads="1" noChangeShapeType="1"/>
            </p:cNvSpPr>
            <p:nvPr userDrawn="1"/>
          </p:nvSpPr>
          <p:spPr bwMode="auto">
            <a:xfrm>
              <a:off x="7305" y="402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2" name="Freeform 117"/>
            <p:cNvSpPr>
              <a:spLocks noGrp="1" noRot="1" noMove="1" noResize="1" noEditPoints="1" noAdjustHandles="1" noChangeArrowheads="1" noChangeShapeType="1"/>
            </p:cNvSpPr>
            <p:nvPr userDrawn="1"/>
          </p:nvSpPr>
          <p:spPr bwMode="auto">
            <a:xfrm>
              <a:off x="5923" y="3928"/>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sp>
        <p:nvSpPr>
          <p:cNvPr id="10" name="Headline fix"/>
          <p:cNvSpPr txBox="1"/>
          <p:nvPr userDrawn="1"/>
        </p:nvSpPr>
        <p:spPr bwMode="auto">
          <a:xfrm>
            <a:off x="2019300" y="1185979"/>
            <a:ext cx="6910501" cy="576000"/>
          </a:xfrm>
          <a:prstGeom prst="rect">
            <a:avLst/>
          </a:prstGeom>
        </p:spPr>
        <p:txBody>
          <a:bodyPr vert="horz" lIns="0" tIns="0" rIns="0" bIns="0" rtlCol="0" anchor="t" anchorCtr="0">
            <a:noAutofit/>
          </a:bodyPr>
          <a:lstStyle>
            <a:lvl1pPr marL="0" indent="0" algn="l" defTabSz="914400">
              <a:lnSpc>
                <a:spcPct val="100000"/>
              </a:lnSpc>
              <a:spcBef>
                <a:spcPts val="0"/>
              </a:spcBef>
              <a:buFont typeface="Arial"/>
              <a:buNone/>
              <a:defRPr sz="2500" b="1">
                <a:solidFill>
                  <a:schemeClr val="tx2"/>
                </a:solidFill>
                <a:latin typeface="+mn-lt"/>
                <a:ea typeface="+mj-ea"/>
                <a:cs typeface="+mj-cs"/>
              </a:defRPr>
            </a:lvl1pPr>
          </a:lstStyle>
          <a:p>
            <a:pPr>
              <a:defRPr/>
            </a:pPr>
            <a:r>
              <a:rPr lang="de-DE" sz="3000"/>
              <a:t>Agenda</a:t>
            </a:r>
            <a:endParaRPr/>
          </a:p>
        </p:txBody>
      </p:sp>
      <p:sp>
        <p:nvSpPr>
          <p:cNvPr id="5" name="Fußzeile"/>
          <p:cNvSpPr>
            <a:spLocks noGrp="1"/>
          </p:cNvSpPr>
          <p:nvPr userDrawn="1">
            <p:ph type="ftr" sz="quarter" idx="11"/>
          </p:nvPr>
        </p:nvSpPr>
        <p:spPr bwMode="auto">
          <a:xfrm>
            <a:off x="2019600" y="6414770"/>
            <a:ext cx="25400" cy="185738"/>
          </a:xfrm>
        </p:spPr>
        <p:txBody>
          <a:bodyPr/>
          <a:lstStyle>
            <a:lvl1pPr>
              <a:defRPr/>
            </a:lvl1pPr>
          </a:lstStyle>
          <a:p>
            <a:pPr>
              <a:defRPr/>
            </a:pPr>
            <a:r>
              <a:rPr lang="en-US" noProof="0" dirty="0"/>
              <a:t>Prof. Dr. Oliver Müller | DC2HEAT | January 2026</a:t>
            </a:r>
          </a:p>
        </p:txBody>
      </p:sp>
      <p:sp>
        <p:nvSpPr>
          <p:cNvPr id="4" name="Text"/>
          <p:cNvSpPr>
            <a:spLocks noGrp="1"/>
          </p:cNvSpPr>
          <p:nvPr userDrawn="1">
            <p:ph type="body" orient="vert" idx="1" hasCustomPrompt="1"/>
          </p:nvPr>
        </p:nvSpPr>
        <p:spPr bwMode="auto">
          <a:xfrm>
            <a:off x="2019300" y="1935163"/>
            <a:ext cx="8975725" cy="3833812"/>
          </a:xfrm>
          <a:prstGeom prst="rect">
            <a:avLst/>
          </a:prstGeom>
        </p:spPr>
        <p:txBody>
          <a:bodyPr vert="horz" numCol="1"/>
          <a:lstStyle>
            <a:lvl1pPr marL="396000" indent="-396000">
              <a:lnSpc>
                <a:spcPct val="100000"/>
              </a:lnSpc>
              <a:spcBef>
                <a:spcPts val="2500"/>
              </a:spcBef>
              <a:spcAft>
                <a:spcPts val="0"/>
              </a:spcAft>
              <a:buClr>
                <a:schemeClr val="tx2"/>
              </a:buClr>
              <a:buFont typeface="+mj-lt"/>
              <a:buAutoNum type="arabicPeriod"/>
              <a:defRPr sz="2000" b="1">
                <a:solidFill>
                  <a:schemeClr val="tx1"/>
                </a:solidFill>
              </a:defRPr>
            </a:lvl1pPr>
            <a:lvl2pPr marL="720000" indent="-288000">
              <a:lnSpc>
                <a:spcPct val="100000"/>
              </a:lnSpc>
              <a:spcBef>
                <a:spcPts val="200"/>
              </a:spcBef>
              <a:spcAft>
                <a:spcPts val="100"/>
              </a:spcAft>
              <a:buClr>
                <a:schemeClr val="tx2"/>
              </a:buClr>
              <a:buFont typeface="+mj-lt"/>
              <a:buAutoNum type="alphaLcPeriod"/>
              <a:defRPr/>
            </a:lvl2pPr>
            <a:lvl3pPr marL="1008000" indent="-288000">
              <a:lnSpc>
                <a:spcPct val="100000"/>
              </a:lnSpc>
              <a:spcBef>
                <a:spcPts val="400"/>
              </a:spcBef>
              <a:spcAft>
                <a:spcPts val="0"/>
              </a:spcAft>
              <a:buClr>
                <a:schemeClr val="tx2"/>
              </a:buClr>
              <a:buFont typeface="+mj-lt"/>
              <a:buAutoNum type="romanLcPeriod"/>
              <a:defRPr/>
            </a:lvl3pPr>
            <a:lvl4pPr marL="1008000" indent="-288000">
              <a:lnSpc>
                <a:spcPct val="100000"/>
              </a:lnSpc>
              <a:spcBef>
                <a:spcPts val="400"/>
              </a:spcBef>
              <a:spcAft>
                <a:spcPts val="0"/>
              </a:spcAft>
              <a:buClr>
                <a:schemeClr val="tx2"/>
              </a:buClr>
              <a:buFont typeface="+mj-lt"/>
              <a:buAutoNum type="romanLcPeriod"/>
              <a:defRPr sz="1600"/>
            </a:lvl4pPr>
            <a:lvl5pPr marL="1008000" indent="-288000">
              <a:lnSpc>
                <a:spcPct val="100000"/>
              </a:lnSpc>
              <a:spcBef>
                <a:spcPts val="400"/>
              </a:spcBef>
              <a:spcAft>
                <a:spcPts val="0"/>
              </a:spcAft>
              <a:buClr>
                <a:schemeClr val="tx2"/>
              </a:buClr>
              <a:buFont typeface="+mj-lt"/>
              <a:buAutoNum type="romanLcPeriod"/>
              <a:defRPr sz="1600"/>
            </a:lvl5pPr>
            <a:lvl6pPr marL="1008000" indent="-288000">
              <a:lnSpc>
                <a:spcPct val="100000"/>
              </a:lnSpc>
              <a:spcBef>
                <a:spcPts val="400"/>
              </a:spcBef>
              <a:spcAft>
                <a:spcPts val="0"/>
              </a:spcAft>
              <a:buClr>
                <a:schemeClr val="tx2"/>
              </a:buClr>
              <a:buFont typeface="+mj-lt"/>
              <a:buAutoNum type="romanLcPeriod"/>
              <a:defRPr sz="1600"/>
            </a:lvl6pPr>
            <a:lvl7pPr marL="1008000" indent="-288000">
              <a:lnSpc>
                <a:spcPct val="100000"/>
              </a:lnSpc>
              <a:spcBef>
                <a:spcPts val="400"/>
              </a:spcBef>
              <a:spcAft>
                <a:spcPts val="0"/>
              </a:spcAft>
              <a:buClr>
                <a:schemeClr val="tx2"/>
              </a:buClr>
              <a:buFont typeface="+mj-lt"/>
              <a:buAutoNum type="romanLcPeriod"/>
              <a:defRPr sz="1600"/>
            </a:lvl7pPr>
            <a:lvl8pPr marL="1008000" indent="-288000">
              <a:lnSpc>
                <a:spcPct val="100000"/>
              </a:lnSpc>
              <a:spcBef>
                <a:spcPts val="400"/>
              </a:spcBef>
              <a:spcAft>
                <a:spcPts val="0"/>
              </a:spcAft>
              <a:buClr>
                <a:schemeClr val="tx2"/>
              </a:buClr>
              <a:buFont typeface="+mj-lt"/>
              <a:buAutoNum type="romanLcPeriod"/>
              <a:defRPr sz="1600"/>
            </a:lvl8pPr>
            <a:lvl9pPr marL="1008000" indent="-288000">
              <a:lnSpc>
                <a:spcPct val="100000"/>
              </a:lnSpc>
              <a:spcBef>
                <a:spcPts val="400"/>
              </a:spcBef>
              <a:spcAft>
                <a:spcPts val="0"/>
              </a:spcAft>
              <a:buClr>
                <a:schemeClr val="tx2"/>
              </a:buClr>
              <a:buFont typeface="+mj-lt"/>
              <a:buAutoNum type="romanLcPeriod"/>
              <a:defRPr sz="1600"/>
            </a:lvl9pPr>
          </a:lstStyle>
          <a:p>
            <a:pPr lvl="0">
              <a:defRPr/>
            </a:pPr>
            <a:r>
              <a:rPr lang="de-DE"/>
              <a:t>Bitte fügen Sie hier Ihren Gliederungspunkt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168" name="Foliennummer"/>
          <p:cNvSpPr>
            <a:spLocks noGrp="1"/>
          </p:cNvSpPr>
          <p:nvPr>
            <p:ph type="sldNum" sz="quarter" idx="12"/>
          </p:nvPr>
        </p:nvSpPr>
        <p:spPr bwMode="auto">
          <a:xfrm>
            <a:off x="11089560" y="7200000"/>
            <a:ext cx="504000" cy="185738"/>
          </a:xfrm>
          <a:prstGeom prst="rect">
            <a:avLst/>
          </a:prstGeom>
          <a:solidFill>
            <a:srgbClr val="E6E6E6"/>
          </a:solidFill>
        </p:spPr>
        <p:txBody>
          <a:bodyPr/>
          <a:lstStyle>
            <a:lvl1pPr>
              <a:defRPr>
                <a:solidFill>
                  <a:srgbClr val="E6E6E6"/>
                </a:solidFill>
              </a:defRPr>
            </a:lvl1pPr>
          </a:lstStyle>
          <a:p>
            <a:pPr>
              <a:defRPr/>
            </a:pPr>
            <a:fld id="{E6AA5693-5562-46BF-BAF4-16238AB6C896}" type="slidenum">
              <a:rPr lang="de-DE"/>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rennseite">
    <p:spTree>
      <p:nvGrpSpPr>
        <p:cNvPr id="1" name=""/>
        <p:cNvGrpSpPr/>
        <p:nvPr/>
      </p:nvGrpSpPr>
      <p:grpSpPr bwMode="auto">
        <a:xfrm>
          <a:off x="0" y="0"/>
          <a:ext cx="0" cy="0"/>
          <a:chOff x="0" y="0"/>
          <a:chExt cx="0" cy="0"/>
        </a:xfrm>
      </p:grpSpPr>
      <p:grpSp>
        <p:nvGrpSpPr>
          <p:cNvPr id="22" name="Grafik"/>
          <p:cNvGrpSpPr>
            <a:grpSpLocks noGrp="1" noUngrp="1" noRot="1" noChangeAspect="1" noMove="1" noResize="1"/>
          </p:cNvGrpSpPr>
          <p:nvPr userDrawn="1"/>
        </p:nvGrpSpPr>
        <p:grpSpPr bwMode="auto">
          <a:xfrm>
            <a:off x="0" y="3597274"/>
            <a:ext cx="12192000" cy="3260725"/>
            <a:chOff x="2" y="2266"/>
            <a:chExt cx="7680" cy="2054"/>
          </a:xfrm>
        </p:grpSpPr>
        <p:grpSp>
          <p:nvGrpSpPr>
            <p:cNvPr id="24" name="Group 205"/>
            <p:cNvGrpSpPr>
              <a:grpSpLocks noGrp="1" noUngrp="1" noRot="1" noMove="1" noResize="1"/>
            </p:cNvGrpSpPr>
            <p:nvPr userDrawn="1"/>
          </p:nvGrpSpPr>
          <p:grpSpPr bwMode="auto">
            <a:xfrm>
              <a:off x="2" y="2266"/>
              <a:ext cx="7680" cy="2054"/>
              <a:chOff x="2" y="2266"/>
              <a:chExt cx="7680" cy="2054"/>
            </a:xfrm>
          </p:grpSpPr>
          <p:sp>
            <p:nvSpPr>
              <p:cNvPr id="72" name="Freeform 5"/>
              <p:cNvSpPr>
                <a:spLocks noGrp="1" noRot="1" noMove="1" noResize="1" noEditPoints="1" noAdjustHandles="1" noChangeArrowheads="1" noChangeShapeType="1"/>
              </p:cNvSpPr>
              <p:nvPr userDrawn="1"/>
            </p:nvSpPr>
            <p:spPr bwMode="auto">
              <a:xfrm>
                <a:off x="6802" y="3733"/>
                <a:ext cx="126" cy="196"/>
              </a:xfrm>
              <a:custGeom>
                <a:avLst/>
                <a:gdLst>
                  <a:gd name="T0" fmla="*/ 555 w 555"/>
                  <a:gd name="T1" fmla="*/ 433 h 866"/>
                  <a:gd name="T2" fmla="*/ 0 w 555"/>
                  <a:gd name="T3" fmla="*/ 0 h 866"/>
                  <a:gd name="T4" fmla="*/ 0 w 555"/>
                  <a:gd name="T5" fmla="*/ 433 h 866"/>
                  <a:gd name="T6" fmla="*/ 0 w 555"/>
                  <a:gd name="T7" fmla="*/ 866 h 866"/>
                  <a:gd name="T8" fmla="*/ 555 w 555"/>
                  <a:gd name="T9" fmla="*/ 433 h 866"/>
                </a:gdLst>
                <a:ahLst/>
                <a:cxnLst>
                  <a:cxn ang="0">
                    <a:pos x="T0" y="T1"/>
                  </a:cxn>
                  <a:cxn ang="0">
                    <a:pos x="T2" y="T3"/>
                  </a:cxn>
                  <a:cxn ang="0">
                    <a:pos x="T4" y="T5"/>
                  </a:cxn>
                  <a:cxn ang="0">
                    <a:pos x="T6" y="T7"/>
                  </a:cxn>
                  <a:cxn ang="0">
                    <a:pos x="T8" y="T9"/>
                  </a:cxn>
                </a:cxnLst>
                <a:rect l="0" t="0" r="r" b="b"/>
                <a:pathLst>
                  <a:path w="555" h="866" extrusionOk="0">
                    <a:moveTo>
                      <a:pt x="555" y="433"/>
                    </a:moveTo>
                    <a:lnTo>
                      <a:pt x="0" y="0"/>
                    </a:lnTo>
                    <a:lnTo>
                      <a:pt x="0" y="433"/>
                    </a:lnTo>
                    <a:lnTo>
                      <a:pt x="0" y="866"/>
                    </a:lnTo>
                    <a:lnTo>
                      <a:pt x="555" y="433"/>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3" name="Freeform 6"/>
              <p:cNvSpPr>
                <a:spLocks noGrp="1" noRot="1" noMove="1" noResize="1" noEditPoints="1" noAdjustHandles="1" noChangeArrowheads="1" noChangeShapeType="1"/>
              </p:cNvSpPr>
              <p:nvPr userDrawn="1"/>
            </p:nvSpPr>
            <p:spPr bwMode="auto">
              <a:xfrm>
                <a:off x="6425"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B9EDED"/>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4" name="Freeform 7"/>
              <p:cNvSpPr>
                <a:spLocks noGrp="1" noRot="1" noMove="1" noResize="1" noEditPoints="1" noAdjustHandles="1" noChangeArrowheads="1" noChangeShapeType="1"/>
              </p:cNvSpPr>
              <p:nvPr userDrawn="1"/>
            </p:nvSpPr>
            <p:spPr bwMode="auto">
              <a:xfrm>
                <a:off x="6551" y="4027"/>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5" name="Freeform 8"/>
              <p:cNvSpPr>
                <a:spLocks noGrp="1" noRot="1" noMove="1" noResize="1" noEditPoints="1" noAdjustHandles="1" noChangeArrowheads="1" noChangeShapeType="1"/>
              </p:cNvSpPr>
              <p:nvPr userDrawn="1"/>
            </p:nvSpPr>
            <p:spPr bwMode="auto">
              <a:xfrm>
                <a:off x="6551" y="3342"/>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6" name="Freeform 9"/>
              <p:cNvSpPr>
                <a:spLocks noGrp="1" noRot="1" noMove="1" noResize="1" noEditPoints="1" noAdjustHandles="1" noChangeArrowheads="1" noChangeShapeType="1"/>
              </p:cNvSpPr>
              <p:nvPr userDrawn="1"/>
            </p:nvSpPr>
            <p:spPr bwMode="auto">
              <a:xfrm>
                <a:off x="6677" y="3635"/>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7" name="Freeform 10"/>
              <p:cNvSpPr>
                <a:spLocks noGrp="1" noRot="1" noMove="1" noResize="1" noEditPoints="1" noAdjustHandles="1" noChangeArrowheads="1" noChangeShapeType="1"/>
              </p:cNvSpPr>
              <p:nvPr userDrawn="1"/>
            </p:nvSpPr>
            <p:spPr bwMode="auto">
              <a:xfrm>
                <a:off x="6677" y="3537"/>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8" name="Freeform 11"/>
              <p:cNvSpPr>
                <a:spLocks noGrp="1" noRot="1" noMove="1" noResize="1" noEditPoints="1" noAdjustHandles="1" noChangeArrowheads="1" noChangeShapeType="1"/>
              </p:cNvSpPr>
              <p:nvPr userDrawn="1"/>
            </p:nvSpPr>
            <p:spPr bwMode="auto">
              <a:xfrm>
                <a:off x="6677" y="3440"/>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9" name="Freeform 12"/>
              <p:cNvSpPr>
                <a:spLocks noGrp="1" noRot="1" noMove="1" noResize="1" noEditPoints="1" noAdjustHandles="1" noChangeArrowheads="1" noChangeShapeType="1"/>
              </p:cNvSpPr>
              <p:nvPr userDrawn="1"/>
            </p:nvSpPr>
            <p:spPr bwMode="auto">
              <a:xfrm>
                <a:off x="6551" y="353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0" name="Freeform 13"/>
              <p:cNvSpPr>
                <a:spLocks noGrp="1" noRot="1" noMove="1" noResize="1" noEditPoints="1" noAdjustHandles="1" noChangeArrowheads="1" noChangeShapeType="1"/>
              </p:cNvSpPr>
              <p:nvPr userDrawn="1"/>
            </p:nvSpPr>
            <p:spPr bwMode="auto">
              <a:xfrm>
                <a:off x="6551" y="3440"/>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1" name="Freeform 14"/>
              <p:cNvSpPr>
                <a:spLocks noGrp="1" noRot="1" noMove="1" noResize="1" noEditPoints="1" noAdjustHandles="1" noChangeArrowheads="1" noChangeShapeType="1"/>
              </p:cNvSpPr>
              <p:nvPr userDrawn="1"/>
            </p:nvSpPr>
            <p:spPr bwMode="auto">
              <a:xfrm>
                <a:off x="6425"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2" name="Freeform 15"/>
              <p:cNvSpPr>
                <a:spLocks noGrp="1" noRot="1" noMove="1" noResize="1" noEditPoints="1" noAdjustHandles="1" noChangeArrowheads="1" noChangeShapeType="1"/>
              </p:cNvSpPr>
              <p:nvPr userDrawn="1"/>
            </p:nvSpPr>
            <p:spPr bwMode="auto">
              <a:xfrm>
                <a:off x="6425"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3" name="Freeform 16"/>
              <p:cNvSpPr>
                <a:spLocks noGrp="1" noRot="1" noMove="1" noResize="1" noEditPoints="1" noAdjustHandles="1" noChangeArrowheads="1" noChangeShapeType="1"/>
              </p:cNvSpPr>
              <p:nvPr userDrawn="1"/>
            </p:nvSpPr>
            <p:spPr bwMode="auto">
              <a:xfrm>
                <a:off x="6300" y="3244"/>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4" name="Freeform 17"/>
              <p:cNvSpPr>
                <a:spLocks noGrp="1" noRot="1" noMove="1" noResize="1" noEditPoints="1" noAdjustHandles="1" noChangeArrowheads="1" noChangeShapeType="1"/>
              </p:cNvSpPr>
              <p:nvPr userDrawn="1"/>
            </p:nvSpPr>
            <p:spPr bwMode="auto">
              <a:xfrm>
                <a:off x="6300" y="3635"/>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5" name="Freeform 18"/>
              <p:cNvSpPr>
                <a:spLocks noGrp="1" noRot="1" noMove="1" noResize="1" noEditPoints="1" noAdjustHandles="1" noChangeArrowheads="1" noChangeShapeType="1"/>
              </p:cNvSpPr>
              <p:nvPr userDrawn="1"/>
            </p:nvSpPr>
            <p:spPr bwMode="auto">
              <a:xfrm>
                <a:off x="6551"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6" name="Freeform 19"/>
              <p:cNvSpPr>
                <a:spLocks noGrp="1" noRot="1" noMove="1" noResize="1" noEditPoints="1" noAdjustHandles="1" noChangeArrowheads="1" noChangeShapeType="1"/>
              </p:cNvSpPr>
              <p:nvPr userDrawn="1"/>
            </p:nvSpPr>
            <p:spPr bwMode="auto">
              <a:xfrm>
                <a:off x="6928"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7" name="Freeform 20"/>
              <p:cNvSpPr>
                <a:spLocks noGrp="1" noRot="1" noMove="1" noResize="1" noEditPoints="1" noAdjustHandles="1" noChangeArrowheads="1" noChangeShapeType="1"/>
              </p:cNvSpPr>
              <p:nvPr userDrawn="1"/>
            </p:nvSpPr>
            <p:spPr bwMode="auto">
              <a:xfrm>
                <a:off x="7305" y="3342"/>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8" name="Freeform 21"/>
              <p:cNvSpPr>
                <a:spLocks noGrp="1" noRot="1" noMove="1" noResize="1" noEditPoints="1" noAdjustHandles="1" noChangeArrowheads="1" noChangeShapeType="1"/>
              </p:cNvSpPr>
              <p:nvPr userDrawn="1"/>
            </p:nvSpPr>
            <p:spPr bwMode="auto">
              <a:xfrm>
                <a:off x="7431"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9" name="Freeform 22"/>
              <p:cNvSpPr>
                <a:spLocks noGrp="1" noRot="1" noMove="1" noResize="1" noEditPoints="1" noAdjustHandles="1" noChangeArrowheads="1" noChangeShapeType="1"/>
              </p:cNvSpPr>
              <p:nvPr userDrawn="1"/>
            </p:nvSpPr>
            <p:spPr bwMode="auto">
              <a:xfrm>
                <a:off x="7431" y="3244"/>
                <a:ext cx="126" cy="196"/>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extrusionOk="0">
                    <a:moveTo>
                      <a:pt x="554" y="433"/>
                    </a:moveTo>
                    <a:lnTo>
                      <a:pt x="0" y="865"/>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0" name="Freeform 23"/>
              <p:cNvSpPr>
                <a:spLocks noGrp="1" noRot="1" noMove="1" noResize="1" noEditPoints="1" noAdjustHandles="1" noChangeArrowheads="1" noChangeShapeType="1"/>
              </p:cNvSpPr>
              <p:nvPr userDrawn="1"/>
            </p:nvSpPr>
            <p:spPr bwMode="auto">
              <a:xfrm>
                <a:off x="7431" y="3440"/>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1" name="Freeform 24"/>
              <p:cNvSpPr>
                <a:spLocks noGrp="1" noRot="1" noMove="1" noResize="1" noEditPoints="1" noAdjustHandles="1" noChangeArrowheads="1" noChangeShapeType="1"/>
              </p:cNvSpPr>
              <p:nvPr userDrawn="1"/>
            </p:nvSpPr>
            <p:spPr bwMode="auto">
              <a:xfrm>
                <a:off x="7054" y="3537"/>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2" name="Freeform 25"/>
              <p:cNvSpPr>
                <a:spLocks noGrp="1" noRot="1" noMove="1" noResize="1" noEditPoints="1" noAdjustHandles="1" noChangeArrowheads="1" noChangeShapeType="1"/>
              </p:cNvSpPr>
              <p:nvPr userDrawn="1"/>
            </p:nvSpPr>
            <p:spPr bwMode="auto">
              <a:xfrm>
                <a:off x="7305" y="3049"/>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3" name="Freeform 26"/>
              <p:cNvSpPr>
                <a:spLocks noGrp="1" noRot="1" noMove="1" noResize="1" noEditPoints="1" noAdjustHandles="1" noChangeArrowheads="1" noChangeShapeType="1"/>
              </p:cNvSpPr>
              <p:nvPr userDrawn="1"/>
            </p:nvSpPr>
            <p:spPr bwMode="auto">
              <a:xfrm>
                <a:off x="7180" y="3537"/>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4" name="Freeform 27"/>
              <p:cNvSpPr>
                <a:spLocks noGrp="1" noRot="1" noMove="1" noResize="1" noEditPoints="1" noAdjustHandles="1" noChangeArrowheads="1" noChangeShapeType="1"/>
              </p:cNvSpPr>
              <p:nvPr userDrawn="1"/>
            </p:nvSpPr>
            <p:spPr bwMode="auto">
              <a:xfrm>
                <a:off x="7305" y="3244"/>
                <a:ext cx="126"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865"/>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5" name="Freeform 28"/>
              <p:cNvSpPr>
                <a:spLocks noGrp="1" noRot="1" noMove="1" noResize="1" noEditPoints="1" noAdjustHandles="1" noChangeArrowheads="1" noChangeShapeType="1"/>
              </p:cNvSpPr>
              <p:nvPr userDrawn="1"/>
            </p:nvSpPr>
            <p:spPr bwMode="auto">
              <a:xfrm>
                <a:off x="7305" y="3146"/>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6" name="Freeform 29"/>
              <p:cNvSpPr>
                <a:spLocks noGrp="1" noRot="1" noMove="1" noResize="1" noEditPoints="1" noAdjustHandles="1" noChangeArrowheads="1" noChangeShapeType="1"/>
              </p:cNvSpPr>
              <p:nvPr userDrawn="1"/>
            </p:nvSpPr>
            <p:spPr bwMode="auto">
              <a:xfrm>
                <a:off x="7431" y="314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7" name="Freeform 30"/>
              <p:cNvSpPr>
                <a:spLocks noGrp="1" noRot="1" noMove="1" noResize="1" noEditPoints="1" noAdjustHandles="1" noChangeArrowheads="1" noChangeShapeType="1"/>
              </p:cNvSpPr>
              <p:nvPr userDrawn="1"/>
            </p:nvSpPr>
            <p:spPr bwMode="auto">
              <a:xfrm>
                <a:off x="7557" y="3733"/>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8" name="Freeform 31"/>
              <p:cNvSpPr>
                <a:spLocks noGrp="1" noRot="1" noMove="1" noResize="1" noEditPoints="1" noAdjustHandles="1" noChangeArrowheads="1" noChangeShapeType="1"/>
              </p:cNvSpPr>
              <p:nvPr userDrawn="1"/>
            </p:nvSpPr>
            <p:spPr bwMode="auto">
              <a:xfrm>
                <a:off x="7180" y="3440"/>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9" name="Freeform 32"/>
              <p:cNvSpPr>
                <a:spLocks noGrp="1" noRot="1" noMove="1" noResize="1" noEditPoints="1" noAdjustHandles="1" noChangeArrowheads="1" noChangeShapeType="1"/>
              </p:cNvSpPr>
              <p:nvPr userDrawn="1"/>
            </p:nvSpPr>
            <p:spPr bwMode="auto">
              <a:xfrm>
                <a:off x="7054" y="3440"/>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0" name="Freeform 33"/>
              <p:cNvSpPr>
                <a:spLocks noGrp="1" noRot="1" noMove="1" noResize="1" noEditPoints="1" noAdjustHandles="1" noChangeArrowheads="1" noChangeShapeType="1"/>
              </p:cNvSpPr>
              <p:nvPr userDrawn="1"/>
            </p:nvSpPr>
            <p:spPr bwMode="auto">
              <a:xfrm>
                <a:off x="7557" y="3146"/>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1" name="Freeform 34"/>
              <p:cNvSpPr>
                <a:spLocks noGrp="1" noRot="1" noMove="1" noResize="1" noEditPoints="1" noAdjustHandles="1" noChangeArrowheads="1" noChangeShapeType="1"/>
              </p:cNvSpPr>
              <p:nvPr userDrawn="1"/>
            </p:nvSpPr>
            <p:spPr bwMode="auto">
              <a:xfrm>
                <a:off x="7180"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2" name="Freeform 35"/>
              <p:cNvSpPr>
                <a:spLocks noGrp="1" noRot="1" noMove="1" noResize="1" noEditPoints="1" noAdjustHandles="1" noChangeArrowheads="1" noChangeShapeType="1"/>
              </p:cNvSpPr>
              <p:nvPr userDrawn="1"/>
            </p:nvSpPr>
            <p:spPr bwMode="auto">
              <a:xfrm>
                <a:off x="7054"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3" name="Freeform 36"/>
              <p:cNvSpPr>
                <a:spLocks noGrp="1" noRot="1" noMove="1" noResize="1" noEditPoints="1" noAdjustHandles="1" noChangeArrowheads="1" noChangeShapeType="1"/>
              </p:cNvSpPr>
              <p:nvPr userDrawn="1"/>
            </p:nvSpPr>
            <p:spPr bwMode="auto">
              <a:xfrm>
                <a:off x="7054" y="2657"/>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4" name="Freeform 37"/>
              <p:cNvSpPr>
                <a:spLocks noGrp="1" noRot="1" noMove="1" noResize="1" noEditPoints="1" noAdjustHandles="1" noChangeArrowheads="1" noChangeShapeType="1"/>
              </p:cNvSpPr>
              <p:nvPr userDrawn="1"/>
            </p:nvSpPr>
            <p:spPr bwMode="auto">
              <a:xfrm>
                <a:off x="7180" y="3244"/>
                <a:ext cx="125"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extrusionOk="0">
                    <a:moveTo>
                      <a:pt x="0" y="865"/>
                    </a:moveTo>
                    <a:lnTo>
                      <a:pt x="0" y="433"/>
                    </a:lnTo>
                    <a:lnTo>
                      <a:pt x="0" y="0"/>
                    </a:lnTo>
                    <a:lnTo>
                      <a:pt x="554" y="433"/>
                    </a:lnTo>
                    <a:lnTo>
                      <a:pt x="0" y="865"/>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5" name="Freeform 38"/>
              <p:cNvSpPr>
                <a:spLocks noGrp="1" noRot="1" noMove="1" noResize="1" noEditPoints="1" noAdjustHandles="1" noChangeArrowheads="1" noChangeShapeType="1"/>
              </p:cNvSpPr>
              <p:nvPr userDrawn="1"/>
            </p:nvSpPr>
            <p:spPr bwMode="auto">
              <a:xfrm>
                <a:off x="7557" y="4124"/>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6" name="Freeform 39"/>
              <p:cNvSpPr>
                <a:spLocks noGrp="1" noRot="1" noMove="1" noResize="1" noEditPoints="1" noAdjustHandles="1" noChangeArrowheads="1" noChangeShapeType="1"/>
              </p:cNvSpPr>
              <p:nvPr userDrawn="1"/>
            </p:nvSpPr>
            <p:spPr bwMode="auto">
              <a:xfrm>
                <a:off x="7305" y="2266"/>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7" name="Freeform 40"/>
              <p:cNvSpPr>
                <a:spLocks noGrp="1" noRot="1" noMove="1" noResize="1" noEditPoints="1" noAdjustHandles="1" noChangeArrowheads="1" noChangeShapeType="1"/>
              </p:cNvSpPr>
              <p:nvPr userDrawn="1"/>
            </p:nvSpPr>
            <p:spPr bwMode="auto">
              <a:xfrm>
                <a:off x="7431" y="3342"/>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8" name="Freeform 41"/>
              <p:cNvSpPr>
                <a:spLocks noGrp="1" noRot="1" noMove="1" noResize="1" noEditPoints="1" noAdjustHandles="1" noChangeArrowheads="1" noChangeShapeType="1"/>
              </p:cNvSpPr>
              <p:nvPr userDrawn="1"/>
            </p:nvSpPr>
            <p:spPr bwMode="auto">
              <a:xfrm>
                <a:off x="6928"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9" name="Freeform 42"/>
              <p:cNvSpPr>
                <a:spLocks noGrp="1" noRot="1" noMove="1" noResize="1" noEditPoints="1" noAdjustHandles="1" noChangeArrowheads="1" noChangeShapeType="1"/>
              </p:cNvSpPr>
              <p:nvPr userDrawn="1"/>
            </p:nvSpPr>
            <p:spPr bwMode="auto">
              <a:xfrm>
                <a:off x="6928" y="314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0" name="Freeform 43"/>
              <p:cNvSpPr>
                <a:spLocks noGrp="1" noRot="1" noMove="1" noResize="1" noEditPoints="1" noAdjustHandles="1" noChangeArrowheads="1" noChangeShapeType="1"/>
              </p:cNvSpPr>
              <p:nvPr userDrawn="1"/>
            </p:nvSpPr>
            <p:spPr bwMode="auto">
              <a:xfrm>
                <a:off x="6928"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1" name="Freeform 44"/>
              <p:cNvSpPr>
                <a:spLocks noGrp="1" noRot="1" noMove="1" noResize="1" noEditPoints="1" noAdjustHandles="1" noChangeArrowheads="1" noChangeShapeType="1"/>
              </p:cNvSpPr>
              <p:nvPr userDrawn="1"/>
            </p:nvSpPr>
            <p:spPr bwMode="auto">
              <a:xfrm>
                <a:off x="6802" y="3928"/>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2" name="Freeform 45"/>
              <p:cNvSpPr>
                <a:spLocks noGrp="1" noRot="1" noMove="1" noResize="1" noEditPoints="1" noAdjustHandles="1" noChangeArrowheads="1" noChangeShapeType="1"/>
              </p:cNvSpPr>
              <p:nvPr userDrawn="1"/>
            </p:nvSpPr>
            <p:spPr bwMode="auto">
              <a:xfrm>
                <a:off x="6802" y="383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3" name="Freeform 46"/>
              <p:cNvSpPr>
                <a:spLocks noGrp="1" noRot="1" noMove="1" noResize="1" noEditPoints="1" noAdjustHandles="1" noChangeArrowheads="1" noChangeShapeType="1"/>
              </p:cNvSpPr>
              <p:nvPr userDrawn="1"/>
            </p:nvSpPr>
            <p:spPr bwMode="auto">
              <a:xfrm>
                <a:off x="7557" y="3244"/>
                <a:ext cx="125" cy="196"/>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0"/>
                    </a:lnTo>
                    <a:lnTo>
                      <a:pt x="554" y="433"/>
                    </a:lnTo>
                    <a:lnTo>
                      <a:pt x="554" y="865"/>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4" name="Freeform 47"/>
              <p:cNvSpPr>
                <a:spLocks noGrp="1" noRot="1" noMove="1" noResize="1" noEditPoints="1" noAdjustHandles="1" noChangeArrowheads="1" noChangeShapeType="1"/>
              </p:cNvSpPr>
              <p:nvPr userDrawn="1"/>
            </p:nvSpPr>
            <p:spPr bwMode="auto">
              <a:xfrm>
                <a:off x="7054"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5" name="Freeform 48"/>
              <p:cNvSpPr>
                <a:spLocks noGrp="1" noRot="1" noMove="1" noResize="1" noEditPoints="1" noAdjustHandles="1" noChangeArrowheads="1" noChangeShapeType="1"/>
              </p:cNvSpPr>
              <p:nvPr userDrawn="1"/>
            </p:nvSpPr>
            <p:spPr bwMode="auto">
              <a:xfrm>
                <a:off x="7305" y="3537"/>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6" name="Freeform 49"/>
              <p:cNvSpPr>
                <a:spLocks noGrp="1" noRot="1" noMove="1" noResize="1" noEditPoints="1" noAdjustHandles="1" noChangeArrowheads="1" noChangeShapeType="1"/>
              </p:cNvSpPr>
              <p:nvPr userDrawn="1"/>
            </p:nvSpPr>
            <p:spPr bwMode="auto">
              <a:xfrm>
                <a:off x="7054" y="3342"/>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7" name="Freeform 50"/>
              <p:cNvSpPr>
                <a:spLocks noGrp="1" noRot="1" noMove="1" noResize="1" noEditPoints="1" noAdjustHandles="1" noChangeArrowheads="1" noChangeShapeType="1"/>
              </p:cNvSpPr>
              <p:nvPr userDrawn="1"/>
            </p:nvSpPr>
            <p:spPr bwMode="auto">
              <a:xfrm>
                <a:off x="6928" y="4124"/>
                <a:ext cx="126" cy="196"/>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extrusionOk="0">
                    <a:moveTo>
                      <a:pt x="555" y="0"/>
                    </a:moveTo>
                    <a:lnTo>
                      <a:pt x="555" y="433"/>
                    </a:lnTo>
                    <a:lnTo>
                      <a:pt x="555" y="866"/>
                    </a:lnTo>
                    <a:lnTo>
                      <a:pt x="0" y="433"/>
                    </a:lnTo>
                    <a:lnTo>
                      <a:pt x="555"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8" name="Freeform 51"/>
              <p:cNvSpPr>
                <a:spLocks noGrp="1" noRot="1" noMove="1" noResize="1" noEditPoints="1" noAdjustHandles="1" noChangeArrowheads="1" noChangeShapeType="1"/>
              </p:cNvSpPr>
              <p:nvPr userDrawn="1"/>
            </p:nvSpPr>
            <p:spPr bwMode="auto">
              <a:xfrm>
                <a:off x="6677" y="3928"/>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9" name="Freeform 52"/>
              <p:cNvSpPr>
                <a:spLocks noGrp="1" noRot="1" noMove="1" noResize="1" noEditPoints="1" noAdjustHandles="1" noChangeArrowheads="1" noChangeShapeType="1"/>
              </p:cNvSpPr>
              <p:nvPr userDrawn="1"/>
            </p:nvSpPr>
            <p:spPr bwMode="auto">
              <a:xfrm>
                <a:off x="6677" y="373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0" name="Freeform 53"/>
              <p:cNvSpPr>
                <a:spLocks noGrp="1" noRot="1" noMove="1" noResize="1" noEditPoints="1" noAdjustHandles="1" noChangeArrowheads="1" noChangeShapeType="1"/>
              </p:cNvSpPr>
              <p:nvPr userDrawn="1"/>
            </p:nvSpPr>
            <p:spPr bwMode="auto">
              <a:xfrm>
                <a:off x="7305" y="3928"/>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1" name="Freeform 54"/>
              <p:cNvSpPr>
                <a:spLocks noGrp="1" noRot="1" noMove="1" noResize="1" noEditPoints="1" noAdjustHandles="1" noChangeArrowheads="1" noChangeShapeType="1"/>
              </p:cNvSpPr>
              <p:nvPr userDrawn="1"/>
            </p:nvSpPr>
            <p:spPr bwMode="auto">
              <a:xfrm>
                <a:off x="7305" y="4027"/>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2" name="Freeform 55"/>
              <p:cNvSpPr>
                <a:spLocks noGrp="1" noRot="1" noMove="1" noResize="1" noEditPoints="1" noAdjustHandles="1" noChangeArrowheads="1" noChangeShapeType="1"/>
              </p:cNvSpPr>
              <p:nvPr userDrawn="1"/>
            </p:nvSpPr>
            <p:spPr bwMode="auto">
              <a:xfrm>
                <a:off x="5923" y="3928"/>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3" name="Freeform 56"/>
              <p:cNvSpPr>
                <a:spLocks noGrp="1" noRot="1" noMove="1" noResize="1" noEditPoints="1" noAdjustHandles="1" noChangeArrowheads="1" noChangeShapeType="1"/>
              </p:cNvSpPr>
              <p:nvPr userDrawn="1"/>
            </p:nvSpPr>
            <p:spPr bwMode="auto">
              <a:xfrm>
                <a:off x="253" y="4124"/>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4" name="Freeform 57"/>
              <p:cNvSpPr>
                <a:spLocks noGrp="1" noRot="1" noMove="1" noResize="1" noEditPoints="1" noAdjustHandles="1" noChangeArrowheads="1" noChangeShapeType="1"/>
              </p:cNvSpPr>
              <p:nvPr userDrawn="1"/>
            </p:nvSpPr>
            <p:spPr bwMode="auto">
              <a:xfrm>
                <a:off x="128" y="4124"/>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5" name="Freeform 58"/>
              <p:cNvSpPr>
                <a:spLocks noGrp="1" noRot="1" noMove="1" noResize="1" noEditPoints="1" noAdjustHandles="1" noChangeArrowheads="1" noChangeShapeType="1"/>
              </p:cNvSpPr>
              <p:nvPr userDrawn="1"/>
            </p:nvSpPr>
            <p:spPr bwMode="auto">
              <a:xfrm>
                <a:off x="2515" y="4124"/>
                <a:ext cx="126" cy="196"/>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extrusionOk="0">
                    <a:moveTo>
                      <a:pt x="555" y="433"/>
                    </a:moveTo>
                    <a:lnTo>
                      <a:pt x="0" y="866"/>
                    </a:lnTo>
                    <a:lnTo>
                      <a:pt x="0" y="433"/>
                    </a:lnTo>
                    <a:lnTo>
                      <a:pt x="0" y="0"/>
                    </a:lnTo>
                    <a:lnTo>
                      <a:pt x="555"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6" name="Freeform 59"/>
              <p:cNvSpPr>
                <a:spLocks noGrp="1" noRot="1" noMove="1" noResize="1" noEditPoints="1" noAdjustHandles="1" noChangeArrowheads="1" noChangeShapeType="1"/>
              </p:cNvSpPr>
              <p:nvPr userDrawn="1"/>
            </p:nvSpPr>
            <p:spPr bwMode="auto">
              <a:xfrm>
                <a:off x="4149" y="4124"/>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7" name="Freeform 60"/>
              <p:cNvSpPr>
                <a:spLocks noGrp="1" noRot="1" noMove="1" noResize="1" noEditPoints="1" noAdjustHandles="1" noChangeArrowheads="1" noChangeShapeType="1"/>
              </p:cNvSpPr>
              <p:nvPr userDrawn="1"/>
            </p:nvSpPr>
            <p:spPr bwMode="auto">
              <a:xfrm>
                <a:off x="1510" y="4124"/>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8" name="Freeform 61"/>
              <p:cNvSpPr>
                <a:spLocks noGrp="1" noRot="1" noMove="1" noResize="1" noEditPoints="1" noAdjustHandles="1" noChangeArrowheads="1" noChangeShapeType="1"/>
              </p:cNvSpPr>
              <p:nvPr userDrawn="1"/>
            </p:nvSpPr>
            <p:spPr bwMode="auto">
              <a:xfrm>
                <a:off x="1384"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9" name="Freeform 62"/>
              <p:cNvSpPr>
                <a:spLocks noGrp="1" noRot="1" noMove="1" noResize="1" noEditPoints="1" noAdjustHandles="1" noChangeArrowheads="1" noChangeShapeType="1"/>
              </p:cNvSpPr>
              <p:nvPr userDrawn="1"/>
            </p:nvSpPr>
            <p:spPr bwMode="auto">
              <a:xfrm>
                <a:off x="4274" y="412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0" name="Freeform 63"/>
              <p:cNvSpPr>
                <a:spLocks noGrp="1" noRot="1" noMove="1" noResize="1" noEditPoints="1" noAdjustHandles="1" noChangeArrowheads="1" noChangeShapeType="1"/>
              </p:cNvSpPr>
              <p:nvPr userDrawn="1"/>
            </p:nvSpPr>
            <p:spPr bwMode="auto">
              <a:xfrm>
                <a:off x="4023" y="4124"/>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1" name="Freeform 64"/>
              <p:cNvSpPr>
                <a:spLocks noGrp="1" noRot="1" noMove="1" noResize="1" noEditPoints="1" noAdjustHandles="1" noChangeArrowheads="1" noChangeShapeType="1"/>
              </p:cNvSpPr>
              <p:nvPr userDrawn="1"/>
            </p:nvSpPr>
            <p:spPr bwMode="auto">
              <a:xfrm>
                <a:off x="3897" y="4124"/>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2" name="Freeform 65"/>
              <p:cNvSpPr>
                <a:spLocks noGrp="1" noRot="1" noMove="1" noResize="1" noEditPoints="1" noAdjustHandles="1" noChangeArrowheads="1" noChangeShapeType="1"/>
              </p:cNvSpPr>
              <p:nvPr userDrawn="1"/>
            </p:nvSpPr>
            <p:spPr bwMode="auto">
              <a:xfrm>
                <a:off x="3018" y="4124"/>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3" name="Freeform 66"/>
              <p:cNvSpPr>
                <a:spLocks noGrp="1" noRot="1" noMove="1" noResize="1" noEditPoints="1" noAdjustHandles="1" noChangeArrowheads="1" noChangeShapeType="1"/>
              </p:cNvSpPr>
              <p:nvPr userDrawn="1"/>
            </p:nvSpPr>
            <p:spPr bwMode="auto">
              <a:xfrm>
                <a:off x="3143" y="4124"/>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4" name="Freeform 67"/>
              <p:cNvSpPr>
                <a:spLocks noGrp="1" noRot="1" noMove="1" noResize="1" noEditPoints="1" noAdjustHandles="1" noChangeArrowheads="1" noChangeShapeType="1"/>
              </p:cNvSpPr>
              <p:nvPr userDrawn="1"/>
            </p:nvSpPr>
            <p:spPr bwMode="auto">
              <a:xfrm>
                <a:off x="1133" y="4124"/>
                <a:ext cx="125" cy="196"/>
              </a:xfrm>
              <a:custGeom>
                <a:avLst/>
                <a:gdLst>
                  <a:gd name="T0" fmla="*/ 0 w 554"/>
                  <a:gd name="T1" fmla="*/ 433 h 866"/>
                  <a:gd name="T2" fmla="*/ 554 w 554"/>
                  <a:gd name="T3" fmla="*/ 866 h 866"/>
                  <a:gd name="T4" fmla="*/ 554 w 554"/>
                  <a:gd name="T5" fmla="*/ 866 h 866"/>
                  <a:gd name="T6" fmla="*/ 554 w 554"/>
                  <a:gd name="T7" fmla="*/ 433 h 866"/>
                  <a:gd name="T8" fmla="*/ 554 w 554"/>
                  <a:gd name="T9" fmla="*/ 0 h 866"/>
                  <a:gd name="T10" fmla="*/ 0 w 554"/>
                  <a:gd name="T11" fmla="*/ 433 h 866"/>
                </a:gdLst>
                <a:ahLst/>
                <a:cxnLst>
                  <a:cxn ang="0">
                    <a:pos x="T0" y="T1"/>
                  </a:cxn>
                  <a:cxn ang="0">
                    <a:pos x="T2" y="T3"/>
                  </a:cxn>
                  <a:cxn ang="0">
                    <a:pos x="T4" y="T5"/>
                  </a:cxn>
                  <a:cxn ang="0">
                    <a:pos x="T6" y="T7"/>
                  </a:cxn>
                  <a:cxn ang="0">
                    <a:pos x="T8" y="T9"/>
                  </a:cxn>
                  <a:cxn ang="0">
                    <a:pos x="T10" y="T11"/>
                  </a:cxn>
                </a:cxnLst>
                <a:rect l="0" t="0" r="r" b="b"/>
                <a:pathLst>
                  <a:path w="554" h="866" extrusionOk="0">
                    <a:moveTo>
                      <a:pt x="0" y="433"/>
                    </a:moveTo>
                    <a:lnTo>
                      <a:pt x="554" y="866"/>
                    </a:ln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5" name="Freeform 68"/>
              <p:cNvSpPr>
                <a:spLocks noGrp="1" noRot="1" noMove="1" noResize="1" noEditPoints="1" noAdjustHandles="1" noChangeArrowheads="1" noChangeShapeType="1"/>
              </p:cNvSpPr>
              <p:nvPr userDrawn="1"/>
            </p:nvSpPr>
            <p:spPr bwMode="auto">
              <a:xfrm>
                <a:off x="2641" y="4124"/>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6" name="Freeform 69"/>
              <p:cNvSpPr>
                <a:spLocks noGrp="1" noRot="1" noMove="1" noResize="1" noEditPoints="1" noAdjustHandles="1" noChangeArrowheads="1" noChangeShapeType="1"/>
              </p:cNvSpPr>
              <p:nvPr userDrawn="1"/>
            </p:nvSpPr>
            <p:spPr bwMode="auto">
              <a:xfrm>
                <a:off x="2138"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7" name="Freeform 70"/>
              <p:cNvSpPr>
                <a:spLocks noGrp="1" noRot="1" noMove="1" noResize="1" noEditPoints="1" noAdjustHandles="1" noChangeArrowheads="1" noChangeShapeType="1"/>
              </p:cNvSpPr>
              <p:nvPr userDrawn="1"/>
            </p:nvSpPr>
            <p:spPr bwMode="auto">
              <a:xfrm>
                <a:off x="3771" y="4124"/>
                <a:ext cx="126" cy="196"/>
              </a:xfrm>
              <a:custGeom>
                <a:avLst/>
                <a:gdLst>
                  <a:gd name="T0" fmla="*/ 0 w 555"/>
                  <a:gd name="T1" fmla="*/ 866 h 866"/>
                  <a:gd name="T2" fmla="*/ 0 w 555"/>
                  <a:gd name="T3" fmla="*/ 433 h 866"/>
                  <a:gd name="T4" fmla="*/ 0 w 555"/>
                  <a:gd name="T5" fmla="*/ 0 h 866"/>
                  <a:gd name="T6" fmla="*/ 555 w 555"/>
                  <a:gd name="T7" fmla="*/ 433 h 866"/>
                  <a:gd name="T8" fmla="*/ 0 w 555"/>
                  <a:gd name="T9" fmla="*/ 866 h 866"/>
                </a:gdLst>
                <a:ahLst/>
                <a:cxnLst>
                  <a:cxn ang="0">
                    <a:pos x="T0" y="T1"/>
                  </a:cxn>
                  <a:cxn ang="0">
                    <a:pos x="T2" y="T3"/>
                  </a:cxn>
                  <a:cxn ang="0">
                    <a:pos x="T4" y="T5"/>
                  </a:cxn>
                  <a:cxn ang="0">
                    <a:pos x="T6" y="T7"/>
                  </a:cxn>
                  <a:cxn ang="0">
                    <a:pos x="T8" y="T9"/>
                  </a:cxn>
                </a:cxnLst>
                <a:rect l="0" t="0" r="r" b="b"/>
                <a:pathLst>
                  <a:path w="555" h="866" extrusionOk="0">
                    <a:moveTo>
                      <a:pt x="0" y="866"/>
                    </a:moveTo>
                    <a:lnTo>
                      <a:pt x="0" y="433"/>
                    </a:lnTo>
                    <a:lnTo>
                      <a:pt x="0" y="0"/>
                    </a:lnTo>
                    <a:lnTo>
                      <a:pt x="555" y="433"/>
                    </a:lnTo>
                    <a:lnTo>
                      <a:pt x="0"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8" name="Freeform 71"/>
              <p:cNvSpPr>
                <a:spLocks noGrp="1" noRot="1" noMove="1" noResize="1" noEditPoints="1" noAdjustHandles="1" noChangeArrowheads="1" noChangeShapeType="1"/>
              </p:cNvSpPr>
              <p:nvPr userDrawn="1"/>
            </p:nvSpPr>
            <p:spPr bwMode="auto">
              <a:xfrm>
                <a:off x="3646" y="4124"/>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9" name="Freeform 72"/>
              <p:cNvSpPr>
                <a:spLocks noGrp="1" noRot="1" noMove="1" noResize="1" noEditPoints="1" noAdjustHandles="1" noChangeArrowheads="1" noChangeShapeType="1"/>
              </p:cNvSpPr>
              <p:nvPr userDrawn="1"/>
            </p:nvSpPr>
            <p:spPr bwMode="auto">
              <a:xfrm>
                <a:off x="2138"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0" name="Freeform 73"/>
              <p:cNvSpPr>
                <a:spLocks noGrp="1" noRot="1" noMove="1" noResize="1" noEditPoints="1" noAdjustHandles="1" noChangeArrowheads="1" noChangeShapeType="1"/>
              </p:cNvSpPr>
              <p:nvPr userDrawn="1"/>
            </p:nvSpPr>
            <p:spPr bwMode="auto">
              <a:xfrm>
                <a:off x="3395" y="4124"/>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1" name="Freeform 74"/>
              <p:cNvSpPr>
                <a:spLocks noGrp="1" noRot="1" noMove="1" noResize="1" noEditPoints="1" noAdjustHandles="1" noChangeArrowheads="1" noChangeShapeType="1"/>
              </p:cNvSpPr>
              <p:nvPr userDrawn="1"/>
            </p:nvSpPr>
            <p:spPr bwMode="auto">
              <a:xfrm>
                <a:off x="2012" y="4124"/>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2" name="Freeform 75"/>
              <p:cNvSpPr>
                <a:spLocks noGrp="1" noRot="1" noMove="1" noResize="1" noEditPoints="1" noAdjustHandles="1" noChangeArrowheads="1" noChangeShapeType="1"/>
              </p:cNvSpPr>
              <p:nvPr userDrawn="1"/>
            </p:nvSpPr>
            <p:spPr bwMode="auto">
              <a:xfrm>
                <a:off x="881" y="4124"/>
                <a:ext cx="126" cy="196"/>
              </a:xfrm>
              <a:custGeom>
                <a:avLst/>
                <a:gdLst>
                  <a:gd name="T0" fmla="*/ 0 w 554"/>
                  <a:gd name="T1" fmla="*/ 433 h 866"/>
                  <a:gd name="T2" fmla="*/ 554 w 554"/>
                  <a:gd name="T3" fmla="*/ 866 h 866"/>
                  <a:gd name="T4" fmla="*/ 554 w 554"/>
                  <a:gd name="T5" fmla="*/ 866 h 866"/>
                  <a:gd name="T6" fmla="*/ 554 w 554"/>
                  <a:gd name="T7" fmla="*/ 433 h 866"/>
                  <a:gd name="T8" fmla="*/ 554 w 554"/>
                  <a:gd name="T9" fmla="*/ 0 h 866"/>
                  <a:gd name="T10" fmla="*/ 0 w 554"/>
                  <a:gd name="T11" fmla="*/ 433 h 866"/>
                </a:gdLst>
                <a:ahLst/>
                <a:cxnLst>
                  <a:cxn ang="0">
                    <a:pos x="T0" y="T1"/>
                  </a:cxn>
                  <a:cxn ang="0">
                    <a:pos x="T2" y="T3"/>
                  </a:cxn>
                  <a:cxn ang="0">
                    <a:pos x="T4" y="T5"/>
                  </a:cxn>
                  <a:cxn ang="0">
                    <a:pos x="T6" y="T7"/>
                  </a:cxn>
                  <a:cxn ang="0">
                    <a:pos x="T8" y="T9"/>
                  </a:cxn>
                  <a:cxn ang="0">
                    <a:pos x="T10" y="T11"/>
                  </a:cxn>
                </a:cxnLst>
                <a:rect l="0" t="0" r="r" b="b"/>
                <a:pathLst>
                  <a:path w="554" h="866" extrusionOk="0">
                    <a:moveTo>
                      <a:pt x="0" y="433"/>
                    </a:moveTo>
                    <a:lnTo>
                      <a:pt x="554" y="866"/>
                    </a:ln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3" name="Freeform 76"/>
              <p:cNvSpPr>
                <a:spLocks noGrp="1" noRot="1" noMove="1" noResize="1" noEditPoints="1" noAdjustHandles="1" noChangeArrowheads="1" noChangeShapeType="1"/>
              </p:cNvSpPr>
              <p:nvPr userDrawn="1"/>
            </p:nvSpPr>
            <p:spPr bwMode="auto">
              <a:xfrm>
                <a:off x="5028" y="4124"/>
                <a:ext cx="126" cy="196"/>
              </a:xfrm>
              <a:custGeom>
                <a:avLst/>
                <a:gdLst>
                  <a:gd name="T0" fmla="*/ 0 w 555"/>
                  <a:gd name="T1" fmla="*/ 0 h 866"/>
                  <a:gd name="T2" fmla="*/ 0 w 555"/>
                  <a:gd name="T3" fmla="*/ 433 h 866"/>
                  <a:gd name="T4" fmla="*/ 0 w 555"/>
                  <a:gd name="T5" fmla="*/ 866 h 866"/>
                  <a:gd name="T6" fmla="*/ 555 w 555"/>
                  <a:gd name="T7" fmla="*/ 433 h 866"/>
                  <a:gd name="T8" fmla="*/ 0 w 555"/>
                  <a:gd name="T9" fmla="*/ 0 h 866"/>
                </a:gdLst>
                <a:ahLst/>
                <a:cxnLst>
                  <a:cxn ang="0">
                    <a:pos x="T0" y="T1"/>
                  </a:cxn>
                  <a:cxn ang="0">
                    <a:pos x="T2" y="T3"/>
                  </a:cxn>
                  <a:cxn ang="0">
                    <a:pos x="T4" y="T5"/>
                  </a:cxn>
                  <a:cxn ang="0">
                    <a:pos x="T6" y="T7"/>
                  </a:cxn>
                  <a:cxn ang="0">
                    <a:pos x="T8" y="T9"/>
                  </a:cxn>
                </a:cxnLst>
                <a:rect l="0" t="0" r="r" b="b"/>
                <a:pathLst>
                  <a:path w="555" h="866" extrusionOk="0">
                    <a:moveTo>
                      <a:pt x="0" y="0"/>
                    </a:moveTo>
                    <a:lnTo>
                      <a:pt x="0" y="433"/>
                    </a:lnTo>
                    <a:lnTo>
                      <a:pt x="0" y="866"/>
                    </a:lnTo>
                    <a:lnTo>
                      <a:pt x="555" y="433"/>
                    </a:lnTo>
                    <a:lnTo>
                      <a:pt x="0" y="0"/>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4" name="Freeform 77"/>
              <p:cNvSpPr>
                <a:spLocks noGrp="1" noRot="1" noMove="1" noResize="1" noEditPoints="1" noAdjustHandles="1" noChangeArrowheads="1" noChangeShapeType="1"/>
              </p:cNvSpPr>
              <p:nvPr userDrawn="1"/>
            </p:nvSpPr>
            <p:spPr bwMode="auto">
              <a:xfrm>
                <a:off x="4902"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5" name="Freeform 78"/>
              <p:cNvSpPr>
                <a:spLocks noGrp="1" noRot="1" noMove="1" noResize="1" noEditPoints="1" noAdjustHandles="1" noChangeArrowheads="1" noChangeShapeType="1"/>
              </p:cNvSpPr>
              <p:nvPr userDrawn="1"/>
            </p:nvSpPr>
            <p:spPr bwMode="auto">
              <a:xfrm>
                <a:off x="4525" y="4124"/>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6" name="Freeform 79"/>
              <p:cNvSpPr>
                <a:spLocks noGrp="1" noRot="1" noMove="1" noResize="1" noEditPoints="1" noAdjustHandles="1" noChangeArrowheads="1" noChangeShapeType="1"/>
              </p:cNvSpPr>
              <p:nvPr userDrawn="1"/>
            </p:nvSpPr>
            <p:spPr bwMode="auto">
              <a:xfrm>
                <a:off x="128" y="4027"/>
                <a:ext cx="125"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7" name="Freeform 80"/>
              <p:cNvSpPr>
                <a:spLocks noGrp="1" noRot="1" noMove="1" noResize="1" noEditPoints="1" noAdjustHandles="1" noChangeArrowheads="1" noChangeShapeType="1"/>
              </p:cNvSpPr>
              <p:nvPr userDrawn="1"/>
            </p:nvSpPr>
            <p:spPr bwMode="auto">
              <a:xfrm>
                <a:off x="379" y="4027"/>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8" name="Freeform 81"/>
              <p:cNvSpPr>
                <a:spLocks noGrp="1" noRot="1" noMove="1" noResize="1" noEditPoints="1" noAdjustHandles="1" noChangeArrowheads="1" noChangeShapeType="1"/>
              </p:cNvSpPr>
              <p:nvPr userDrawn="1"/>
            </p:nvSpPr>
            <p:spPr bwMode="auto">
              <a:xfrm>
                <a:off x="4149" y="4027"/>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49" name="Freeform 82"/>
              <p:cNvSpPr>
                <a:spLocks noGrp="1" noRot="1" noMove="1" noResize="1" noEditPoints="1" noAdjustHandles="1" noChangeArrowheads="1" noChangeShapeType="1"/>
              </p:cNvSpPr>
              <p:nvPr userDrawn="1"/>
            </p:nvSpPr>
            <p:spPr bwMode="auto">
              <a:xfrm>
                <a:off x="630" y="4027"/>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0" name="Freeform 83"/>
              <p:cNvSpPr>
                <a:spLocks noGrp="1" noRot="1" noMove="1" noResize="1" noEditPoints="1" noAdjustHandles="1" noChangeArrowheads="1" noChangeShapeType="1"/>
              </p:cNvSpPr>
              <p:nvPr userDrawn="1"/>
            </p:nvSpPr>
            <p:spPr bwMode="auto">
              <a:xfrm>
                <a:off x="4023" y="4027"/>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1" name="Freeform 84"/>
              <p:cNvSpPr>
                <a:spLocks noGrp="1" noRot="1" noMove="1" noResize="1" noEditPoints="1" noAdjustHandles="1" noChangeArrowheads="1" noChangeShapeType="1"/>
              </p:cNvSpPr>
              <p:nvPr userDrawn="1"/>
            </p:nvSpPr>
            <p:spPr bwMode="auto">
              <a:xfrm>
                <a:off x="3520" y="4027"/>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2" name="Freeform 85"/>
              <p:cNvSpPr>
                <a:spLocks noGrp="1" noRot="1" noMove="1" noResize="1" noEditPoints="1" noAdjustHandles="1" noChangeArrowheads="1" noChangeShapeType="1"/>
              </p:cNvSpPr>
              <p:nvPr userDrawn="1"/>
            </p:nvSpPr>
            <p:spPr bwMode="auto">
              <a:xfrm>
                <a:off x="3143" y="4027"/>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3" name="Freeform 86"/>
              <p:cNvSpPr>
                <a:spLocks noGrp="1" noRot="1" noMove="1" noResize="1" noEditPoints="1" noAdjustHandles="1" noChangeArrowheads="1" noChangeShapeType="1"/>
              </p:cNvSpPr>
              <p:nvPr userDrawn="1"/>
            </p:nvSpPr>
            <p:spPr bwMode="auto">
              <a:xfrm>
                <a:off x="3018" y="4027"/>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4" name="Freeform 87"/>
              <p:cNvSpPr>
                <a:spLocks noGrp="1" noRot="1" noMove="1" noResize="1" noEditPoints="1" noAdjustHandles="1" noChangeArrowheads="1" noChangeShapeType="1"/>
              </p:cNvSpPr>
              <p:nvPr userDrawn="1"/>
            </p:nvSpPr>
            <p:spPr bwMode="auto">
              <a:xfrm>
                <a:off x="3269" y="4027"/>
                <a:ext cx="126" cy="195"/>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5" name="Freeform 88"/>
              <p:cNvSpPr>
                <a:spLocks noGrp="1" noRot="1" noMove="1" noResize="1" noEditPoints="1" noAdjustHandles="1" noChangeArrowheads="1" noChangeShapeType="1"/>
              </p:cNvSpPr>
              <p:nvPr userDrawn="1"/>
            </p:nvSpPr>
            <p:spPr bwMode="auto">
              <a:xfrm>
                <a:off x="2892" y="4027"/>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6" name="Freeform 89"/>
              <p:cNvSpPr>
                <a:spLocks noGrp="1" noRot="1" noMove="1" noResize="1" noEditPoints="1" noAdjustHandles="1" noChangeArrowheads="1" noChangeShapeType="1"/>
              </p:cNvSpPr>
              <p:nvPr userDrawn="1"/>
            </p:nvSpPr>
            <p:spPr bwMode="auto">
              <a:xfrm>
                <a:off x="3771" y="4027"/>
                <a:ext cx="126" cy="195"/>
              </a:xfrm>
              <a:custGeom>
                <a:avLst/>
                <a:gdLst>
                  <a:gd name="T0" fmla="*/ 0 w 555"/>
                  <a:gd name="T1" fmla="*/ 433 h 866"/>
                  <a:gd name="T2" fmla="*/ 555 w 555"/>
                  <a:gd name="T3" fmla="*/ 0 h 866"/>
                  <a:gd name="T4" fmla="*/ 555 w 555"/>
                  <a:gd name="T5" fmla="*/ 433 h 866"/>
                  <a:gd name="T6" fmla="*/ 555 w 555"/>
                  <a:gd name="T7" fmla="*/ 866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0"/>
                    </a:lnTo>
                    <a:lnTo>
                      <a:pt x="555" y="433"/>
                    </a:lnTo>
                    <a:lnTo>
                      <a:pt x="555" y="866"/>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7" name="Freeform 90"/>
              <p:cNvSpPr>
                <a:spLocks noGrp="1" noRot="1" noMove="1" noResize="1" noEditPoints="1" noAdjustHandles="1" noChangeArrowheads="1" noChangeShapeType="1"/>
              </p:cNvSpPr>
              <p:nvPr userDrawn="1"/>
            </p:nvSpPr>
            <p:spPr bwMode="auto">
              <a:xfrm>
                <a:off x="4400" y="4027"/>
                <a:ext cx="125"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8" name="Freeform 91"/>
              <p:cNvSpPr>
                <a:spLocks noGrp="1" noRot="1" noMove="1" noResize="1" noEditPoints="1" noAdjustHandles="1" noChangeArrowheads="1" noChangeShapeType="1"/>
              </p:cNvSpPr>
              <p:nvPr userDrawn="1"/>
            </p:nvSpPr>
            <p:spPr bwMode="auto">
              <a:xfrm>
                <a:off x="3646" y="4027"/>
                <a:ext cx="125"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9" name="Freeform 92"/>
              <p:cNvSpPr>
                <a:spLocks noGrp="1" noRot="1" noMove="1" noResize="1" noEditPoints="1" noAdjustHandles="1" noChangeArrowheads="1" noChangeShapeType="1"/>
              </p:cNvSpPr>
              <p:nvPr userDrawn="1"/>
            </p:nvSpPr>
            <p:spPr bwMode="auto">
              <a:xfrm>
                <a:off x="756" y="4027"/>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0" name="Freeform 93"/>
              <p:cNvSpPr>
                <a:spLocks noGrp="1" noRot="1" noMove="1" noResize="1" noEditPoints="1" noAdjustHandles="1" noChangeArrowheads="1" noChangeShapeType="1"/>
              </p:cNvSpPr>
              <p:nvPr userDrawn="1"/>
            </p:nvSpPr>
            <p:spPr bwMode="auto">
              <a:xfrm>
                <a:off x="1384" y="4027"/>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1" name="Freeform 94"/>
              <p:cNvSpPr>
                <a:spLocks noGrp="1" noRot="1" noMove="1" noResize="1" noEditPoints="1" noAdjustHandles="1" noChangeArrowheads="1" noChangeShapeType="1"/>
              </p:cNvSpPr>
              <p:nvPr userDrawn="1"/>
            </p:nvSpPr>
            <p:spPr bwMode="auto">
              <a:xfrm>
                <a:off x="1133" y="4027"/>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CD3EE"/>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2" name="Freeform 95"/>
              <p:cNvSpPr>
                <a:spLocks noGrp="1" noRot="1" noMove="1" noResize="1" noEditPoints="1" noAdjustHandles="1" noChangeArrowheads="1" noChangeShapeType="1"/>
              </p:cNvSpPr>
              <p:nvPr userDrawn="1"/>
            </p:nvSpPr>
            <p:spPr bwMode="auto">
              <a:xfrm>
                <a:off x="881" y="4027"/>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3" name="Freeform 96"/>
              <p:cNvSpPr>
                <a:spLocks noGrp="1" noRot="1" noMove="1" noResize="1" noEditPoints="1" noAdjustHandles="1" noChangeArrowheads="1" noChangeShapeType="1"/>
              </p:cNvSpPr>
              <p:nvPr userDrawn="1"/>
            </p:nvSpPr>
            <p:spPr bwMode="auto">
              <a:xfrm>
                <a:off x="1258" y="4027"/>
                <a:ext cx="126" cy="195"/>
              </a:xfrm>
              <a:custGeom>
                <a:avLst/>
                <a:gdLst>
                  <a:gd name="T0" fmla="*/ 0 w 555"/>
                  <a:gd name="T1" fmla="*/ 433 h 866"/>
                  <a:gd name="T2" fmla="*/ 555 w 555"/>
                  <a:gd name="T3" fmla="*/ 0 h 866"/>
                  <a:gd name="T4" fmla="*/ 555 w 555"/>
                  <a:gd name="T5" fmla="*/ 433 h 866"/>
                  <a:gd name="T6" fmla="*/ 555 w 555"/>
                  <a:gd name="T7" fmla="*/ 866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0"/>
                    </a:lnTo>
                    <a:lnTo>
                      <a:pt x="555" y="433"/>
                    </a:lnTo>
                    <a:lnTo>
                      <a:pt x="555"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4" name="Freeform 97"/>
              <p:cNvSpPr>
                <a:spLocks noGrp="1" noRot="1" noMove="1" noResize="1" noEditPoints="1" noAdjustHandles="1" noChangeArrowheads="1" noChangeShapeType="1"/>
              </p:cNvSpPr>
              <p:nvPr userDrawn="1"/>
            </p:nvSpPr>
            <p:spPr bwMode="auto">
              <a:xfrm>
                <a:off x="4651" y="4027"/>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5" name="Freeform 98"/>
              <p:cNvSpPr>
                <a:spLocks noGrp="1" noRot="1" noMove="1" noResize="1" noEditPoints="1" noAdjustHandles="1" noChangeArrowheads="1" noChangeShapeType="1"/>
              </p:cNvSpPr>
              <p:nvPr userDrawn="1"/>
            </p:nvSpPr>
            <p:spPr bwMode="auto">
              <a:xfrm>
                <a:off x="2264" y="3928"/>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6" name="Freeform 99"/>
              <p:cNvSpPr>
                <a:spLocks noGrp="1" noRot="1" noMove="1" noResize="1" noEditPoints="1" noAdjustHandles="1" noChangeArrowheads="1" noChangeShapeType="1"/>
              </p:cNvSpPr>
              <p:nvPr userDrawn="1"/>
            </p:nvSpPr>
            <p:spPr bwMode="auto">
              <a:xfrm>
                <a:off x="128" y="3928"/>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7" name="Freeform 100"/>
              <p:cNvSpPr>
                <a:spLocks noGrp="1" noRot="1" noMove="1" noResize="1" noEditPoints="1" noAdjustHandles="1" noChangeArrowheads="1" noChangeShapeType="1"/>
              </p:cNvSpPr>
              <p:nvPr userDrawn="1"/>
            </p:nvSpPr>
            <p:spPr bwMode="auto">
              <a:xfrm>
                <a:off x="2" y="3928"/>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8" name="Freeform 101"/>
              <p:cNvSpPr>
                <a:spLocks noGrp="1" noRot="1" noMove="1" noResize="1" noEditPoints="1" noAdjustHandles="1" noChangeArrowheads="1" noChangeShapeType="1"/>
              </p:cNvSpPr>
              <p:nvPr userDrawn="1"/>
            </p:nvSpPr>
            <p:spPr bwMode="auto">
              <a:xfrm>
                <a:off x="253" y="3928"/>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9" name="Freeform 102"/>
              <p:cNvSpPr>
                <a:spLocks noGrp="1" noRot="1" noMove="1" noResize="1" noEditPoints="1" noAdjustHandles="1" noChangeArrowheads="1" noChangeShapeType="1"/>
              </p:cNvSpPr>
              <p:nvPr userDrawn="1"/>
            </p:nvSpPr>
            <p:spPr bwMode="auto">
              <a:xfrm>
                <a:off x="1635" y="3928"/>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0" name="Freeform 103"/>
              <p:cNvSpPr>
                <a:spLocks noGrp="1" noRot="1" noMove="1" noResize="1" noEditPoints="1" noAdjustHandles="1" noChangeArrowheads="1" noChangeShapeType="1"/>
              </p:cNvSpPr>
              <p:nvPr userDrawn="1"/>
            </p:nvSpPr>
            <p:spPr bwMode="auto">
              <a:xfrm>
                <a:off x="2515" y="3928"/>
                <a:ext cx="126" cy="195"/>
              </a:xfrm>
              <a:custGeom>
                <a:avLst/>
                <a:gdLst>
                  <a:gd name="T0" fmla="*/ 0 w 555"/>
                  <a:gd name="T1" fmla="*/ 0 h 866"/>
                  <a:gd name="T2" fmla="*/ 0 w 555"/>
                  <a:gd name="T3" fmla="*/ 433 h 866"/>
                  <a:gd name="T4" fmla="*/ 0 w 555"/>
                  <a:gd name="T5" fmla="*/ 866 h 866"/>
                  <a:gd name="T6" fmla="*/ 555 w 555"/>
                  <a:gd name="T7" fmla="*/ 433 h 866"/>
                  <a:gd name="T8" fmla="*/ 0 w 555"/>
                  <a:gd name="T9" fmla="*/ 0 h 866"/>
                </a:gdLst>
                <a:ahLst/>
                <a:cxnLst>
                  <a:cxn ang="0">
                    <a:pos x="T0" y="T1"/>
                  </a:cxn>
                  <a:cxn ang="0">
                    <a:pos x="T2" y="T3"/>
                  </a:cxn>
                  <a:cxn ang="0">
                    <a:pos x="T4" y="T5"/>
                  </a:cxn>
                  <a:cxn ang="0">
                    <a:pos x="T6" y="T7"/>
                  </a:cxn>
                  <a:cxn ang="0">
                    <a:pos x="T8" y="T9"/>
                  </a:cxn>
                </a:cxnLst>
                <a:rect l="0" t="0" r="r" b="b"/>
                <a:pathLst>
                  <a:path w="555" h="866" extrusionOk="0">
                    <a:moveTo>
                      <a:pt x="0" y="0"/>
                    </a:moveTo>
                    <a:lnTo>
                      <a:pt x="0" y="433"/>
                    </a:lnTo>
                    <a:lnTo>
                      <a:pt x="0" y="866"/>
                    </a:lnTo>
                    <a:lnTo>
                      <a:pt x="555"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1" name="Freeform 104"/>
              <p:cNvSpPr>
                <a:spLocks noGrp="1" noRot="1" noMove="1" noResize="1" noEditPoints="1" noAdjustHandles="1" noChangeArrowheads="1" noChangeShapeType="1"/>
              </p:cNvSpPr>
              <p:nvPr userDrawn="1"/>
            </p:nvSpPr>
            <p:spPr bwMode="auto">
              <a:xfrm>
                <a:off x="3520" y="3928"/>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2" name="Freeform 105"/>
              <p:cNvSpPr>
                <a:spLocks noGrp="1" noRot="1" noMove="1" noResize="1" noEditPoints="1" noAdjustHandles="1" noChangeArrowheads="1" noChangeShapeType="1"/>
              </p:cNvSpPr>
              <p:nvPr userDrawn="1"/>
            </p:nvSpPr>
            <p:spPr bwMode="auto">
              <a:xfrm>
                <a:off x="3395" y="3928"/>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3" name="Freeform 106"/>
              <p:cNvSpPr>
                <a:spLocks noGrp="1" noRot="1" noMove="1" noResize="1" noEditPoints="1" noAdjustHandles="1" noChangeArrowheads="1" noChangeShapeType="1"/>
              </p:cNvSpPr>
              <p:nvPr userDrawn="1"/>
            </p:nvSpPr>
            <p:spPr bwMode="auto">
              <a:xfrm>
                <a:off x="3646" y="3928"/>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4" name="Freeform 107"/>
              <p:cNvSpPr>
                <a:spLocks noGrp="1" noRot="1" noMove="1" noResize="1" noEditPoints="1" noAdjustHandles="1" noChangeArrowheads="1" noChangeShapeType="1"/>
              </p:cNvSpPr>
              <p:nvPr userDrawn="1"/>
            </p:nvSpPr>
            <p:spPr bwMode="auto">
              <a:xfrm>
                <a:off x="1761" y="3928"/>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5" name="Freeform 108"/>
              <p:cNvSpPr>
                <a:spLocks noGrp="1" noRot="1" noMove="1" noResize="1" noEditPoints="1" noAdjustHandles="1" noChangeArrowheads="1" noChangeShapeType="1"/>
              </p:cNvSpPr>
              <p:nvPr userDrawn="1"/>
            </p:nvSpPr>
            <p:spPr bwMode="auto">
              <a:xfrm>
                <a:off x="2892" y="3928"/>
                <a:ext cx="126" cy="195"/>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6" name="Freeform 109"/>
              <p:cNvSpPr>
                <a:spLocks noGrp="1" noRot="1" noMove="1" noResize="1" noEditPoints="1" noAdjustHandles="1" noChangeArrowheads="1" noChangeShapeType="1"/>
              </p:cNvSpPr>
              <p:nvPr userDrawn="1"/>
            </p:nvSpPr>
            <p:spPr bwMode="auto">
              <a:xfrm>
                <a:off x="2138" y="3928"/>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7" name="Freeform 110"/>
              <p:cNvSpPr>
                <a:spLocks noGrp="1" noRot="1" noMove="1" noResize="1" noEditPoints="1" noAdjustHandles="1" noChangeArrowheads="1" noChangeShapeType="1"/>
              </p:cNvSpPr>
              <p:nvPr userDrawn="1"/>
            </p:nvSpPr>
            <p:spPr bwMode="auto">
              <a:xfrm>
                <a:off x="2389" y="3928"/>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8" name="Freeform 111"/>
              <p:cNvSpPr>
                <a:spLocks noGrp="1" noRot="1" noMove="1" noResize="1" noEditPoints="1" noAdjustHandles="1" noChangeArrowheads="1" noChangeShapeType="1"/>
              </p:cNvSpPr>
              <p:nvPr userDrawn="1"/>
            </p:nvSpPr>
            <p:spPr bwMode="auto">
              <a:xfrm>
                <a:off x="1510" y="3928"/>
                <a:ext cx="125"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9" name="Freeform 112"/>
              <p:cNvSpPr>
                <a:spLocks noGrp="1" noRot="1" noMove="1" noResize="1" noEditPoints="1" noAdjustHandles="1" noChangeArrowheads="1" noChangeShapeType="1"/>
              </p:cNvSpPr>
              <p:nvPr userDrawn="1"/>
            </p:nvSpPr>
            <p:spPr bwMode="auto">
              <a:xfrm>
                <a:off x="1258" y="3928"/>
                <a:ext cx="126" cy="195"/>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extrusionOk="0">
                    <a:moveTo>
                      <a:pt x="555" y="433"/>
                    </a:moveTo>
                    <a:lnTo>
                      <a:pt x="0" y="866"/>
                    </a:lnTo>
                    <a:lnTo>
                      <a:pt x="0" y="433"/>
                    </a:lnTo>
                    <a:lnTo>
                      <a:pt x="0" y="0"/>
                    </a:lnTo>
                    <a:lnTo>
                      <a:pt x="555"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0" name="Freeform 113"/>
              <p:cNvSpPr>
                <a:spLocks noGrp="1" noRot="1" noMove="1" noResize="1" noEditPoints="1" noAdjustHandles="1" noChangeArrowheads="1" noChangeShapeType="1"/>
              </p:cNvSpPr>
              <p:nvPr userDrawn="1"/>
            </p:nvSpPr>
            <p:spPr bwMode="auto">
              <a:xfrm>
                <a:off x="4902" y="3928"/>
                <a:ext cx="126"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B6D6ED"/>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1" name="Freeform 114"/>
              <p:cNvSpPr>
                <a:spLocks noGrp="1" noRot="1" noMove="1" noResize="1" noEditPoints="1" noAdjustHandles="1" noChangeArrowheads="1" noChangeShapeType="1"/>
              </p:cNvSpPr>
              <p:nvPr userDrawn="1"/>
            </p:nvSpPr>
            <p:spPr bwMode="auto">
              <a:xfrm>
                <a:off x="4651" y="3928"/>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2" name="Freeform 115"/>
              <p:cNvSpPr>
                <a:spLocks noGrp="1" noRot="1" noMove="1" noResize="1" noEditPoints="1" noAdjustHandles="1" noChangeArrowheads="1" noChangeShapeType="1"/>
              </p:cNvSpPr>
              <p:nvPr userDrawn="1"/>
            </p:nvSpPr>
            <p:spPr bwMode="auto">
              <a:xfrm>
                <a:off x="4400" y="3928"/>
                <a:ext cx="125"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3" name="Freeform 116"/>
              <p:cNvSpPr>
                <a:spLocks noGrp="1" noRot="1" noMove="1" noResize="1" noEditPoints="1" noAdjustHandles="1" noChangeArrowheads="1" noChangeShapeType="1"/>
              </p:cNvSpPr>
              <p:nvPr userDrawn="1"/>
            </p:nvSpPr>
            <p:spPr bwMode="auto">
              <a:xfrm>
                <a:off x="5279" y="3928"/>
                <a:ext cx="126"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4" name="Freeform 117"/>
              <p:cNvSpPr>
                <a:spLocks noGrp="1" noRot="1" noMove="1" noResize="1" noEditPoints="1" noAdjustHandles="1" noChangeArrowheads="1" noChangeShapeType="1"/>
              </p:cNvSpPr>
              <p:nvPr userDrawn="1"/>
            </p:nvSpPr>
            <p:spPr bwMode="auto">
              <a:xfrm>
                <a:off x="630" y="38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5" name="Freeform 118"/>
              <p:cNvSpPr>
                <a:spLocks noGrp="1" noRot="1" noMove="1" noResize="1" noEditPoints="1" noAdjustHandles="1" noChangeArrowheads="1" noChangeShapeType="1"/>
              </p:cNvSpPr>
              <p:nvPr userDrawn="1"/>
            </p:nvSpPr>
            <p:spPr bwMode="auto">
              <a:xfrm>
                <a:off x="253"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6" name="Freeform 119"/>
              <p:cNvSpPr>
                <a:spLocks noGrp="1" noRot="1" noMove="1" noResize="1" noEditPoints="1" noAdjustHandles="1" noChangeArrowheads="1" noChangeShapeType="1"/>
              </p:cNvSpPr>
              <p:nvPr userDrawn="1"/>
            </p:nvSpPr>
            <p:spPr bwMode="auto">
              <a:xfrm>
                <a:off x="2766"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7" name="Freeform 120"/>
              <p:cNvSpPr>
                <a:spLocks noGrp="1" noRot="1" noMove="1" noResize="1" noEditPoints="1" noAdjustHandles="1" noChangeArrowheads="1" noChangeShapeType="1"/>
              </p:cNvSpPr>
              <p:nvPr userDrawn="1"/>
            </p:nvSpPr>
            <p:spPr bwMode="auto">
              <a:xfrm>
                <a:off x="2389" y="3831"/>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8" name="Freeform 121"/>
              <p:cNvSpPr>
                <a:spLocks noGrp="1" noRot="1" noMove="1" noResize="1" noEditPoints="1" noAdjustHandles="1" noChangeArrowheads="1" noChangeShapeType="1"/>
              </p:cNvSpPr>
              <p:nvPr userDrawn="1"/>
            </p:nvSpPr>
            <p:spPr bwMode="auto">
              <a:xfrm>
                <a:off x="2515" y="3831"/>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9" name="Freeform 122"/>
              <p:cNvSpPr>
                <a:spLocks noGrp="1" noRot="1" noMove="1" noResize="1" noEditPoints="1" noAdjustHandles="1" noChangeArrowheads="1" noChangeShapeType="1"/>
              </p:cNvSpPr>
              <p:nvPr userDrawn="1"/>
            </p:nvSpPr>
            <p:spPr bwMode="auto">
              <a:xfrm>
                <a:off x="3143" y="3831"/>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0" name="Freeform 123"/>
              <p:cNvSpPr>
                <a:spLocks noGrp="1" noRot="1" noMove="1" noResize="1" noEditPoints="1" noAdjustHandles="1" noChangeArrowheads="1" noChangeShapeType="1"/>
              </p:cNvSpPr>
              <p:nvPr userDrawn="1"/>
            </p:nvSpPr>
            <p:spPr bwMode="auto">
              <a:xfrm>
                <a:off x="4274" y="383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1" name="Freeform 124"/>
              <p:cNvSpPr>
                <a:spLocks noGrp="1" noRot="1" noMove="1" noResize="1" noEditPoints="1" noAdjustHandles="1" noChangeArrowheads="1" noChangeShapeType="1"/>
              </p:cNvSpPr>
              <p:nvPr userDrawn="1"/>
            </p:nvSpPr>
            <p:spPr bwMode="auto">
              <a:xfrm>
                <a:off x="3897" y="383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2" name="Freeform 125"/>
              <p:cNvSpPr>
                <a:spLocks noGrp="1" noRot="1" noMove="1" noResize="1" noEditPoints="1" noAdjustHandles="1" noChangeArrowheads="1" noChangeShapeType="1"/>
              </p:cNvSpPr>
              <p:nvPr userDrawn="1"/>
            </p:nvSpPr>
            <p:spPr bwMode="auto">
              <a:xfrm>
                <a:off x="3771" y="3831"/>
                <a:ext cx="126" cy="196"/>
              </a:xfrm>
              <a:custGeom>
                <a:avLst/>
                <a:gdLst>
                  <a:gd name="T0" fmla="*/ 0 w 555"/>
                  <a:gd name="T1" fmla="*/ 433 h 866"/>
                  <a:gd name="T2" fmla="*/ 555 w 555"/>
                  <a:gd name="T3" fmla="*/ 0 h 866"/>
                  <a:gd name="T4" fmla="*/ 555 w 555"/>
                  <a:gd name="T5" fmla="*/ 433 h 866"/>
                  <a:gd name="T6" fmla="*/ 555 w 555"/>
                  <a:gd name="T7" fmla="*/ 866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0"/>
                    </a:lnTo>
                    <a:lnTo>
                      <a:pt x="555" y="433"/>
                    </a:lnTo>
                    <a:lnTo>
                      <a:pt x="555"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3" name="Freeform 126"/>
              <p:cNvSpPr>
                <a:spLocks noGrp="1" noRot="1" noMove="1" noResize="1" noEditPoints="1" noAdjustHandles="1" noChangeArrowheads="1" noChangeShapeType="1"/>
              </p:cNvSpPr>
              <p:nvPr userDrawn="1"/>
            </p:nvSpPr>
            <p:spPr bwMode="auto">
              <a:xfrm>
                <a:off x="4023"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4" name="Freeform 127"/>
              <p:cNvSpPr>
                <a:spLocks noGrp="1" noRot="1" noMove="1" noResize="1" noEditPoints="1" noAdjustHandles="1" noChangeArrowheads="1" noChangeShapeType="1"/>
              </p:cNvSpPr>
              <p:nvPr userDrawn="1"/>
            </p:nvSpPr>
            <p:spPr bwMode="auto">
              <a:xfrm>
                <a:off x="2264" y="3831"/>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5" name="Freeform 128"/>
              <p:cNvSpPr>
                <a:spLocks noGrp="1" noRot="1" noMove="1" noResize="1" noEditPoints="1" noAdjustHandles="1" noChangeArrowheads="1" noChangeShapeType="1"/>
              </p:cNvSpPr>
              <p:nvPr userDrawn="1"/>
            </p:nvSpPr>
            <p:spPr bwMode="auto">
              <a:xfrm>
                <a:off x="756" y="3831"/>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6" name="Freeform 129"/>
              <p:cNvSpPr>
                <a:spLocks noGrp="1" noRot="1" noMove="1" noResize="1" noEditPoints="1" noAdjustHandles="1" noChangeArrowheads="1" noChangeShapeType="1"/>
              </p:cNvSpPr>
              <p:nvPr userDrawn="1"/>
            </p:nvSpPr>
            <p:spPr bwMode="auto">
              <a:xfrm>
                <a:off x="1384" y="38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7" name="Freeform 130"/>
              <p:cNvSpPr>
                <a:spLocks noGrp="1" noRot="1" noMove="1" noResize="1" noEditPoints="1" noAdjustHandles="1" noChangeArrowheads="1" noChangeShapeType="1"/>
              </p:cNvSpPr>
              <p:nvPr userDrawn="1"/>
            </p:nvSpPr>
            <p:spPr bwMode="auto">
              <a:xfrm>
                <a:off x="1510" y="3831"/>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8" name="Freeform 131"/>
              <p:cNvSpPr>
                <a:spLocks noGrp="1" noRot="1" noMove="1" noResize="1" noEditPoints="1" noAdjustHandles="1" noChangeArrowheads="1" noChangeShapeType="1"/>
              </p:cNvSpPr>
              <p:nvPr userDrawn="1"/>
            </p:nvSpPr>
            <p:spPr bwMode="auto">
              <a:xfrm>
                <a:off x="1635" y="38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9" name="Freeform 132"/>
              <p:cNvSpPr>
                <a:spLocks noGrp="1" noRot="1" noMove="1" noResize="1" noEditPoints="1" noAdjustHandles="1" noChangeArrowheads="1" noChangeShapeType="1"/>
              </p:cNvSpPr>
              <p:nvPr userDrawn="1"/>
            </p:nvSpPr>
            <p:spPr bwMode="auto">
              <a:xfrm>
                <a:off x="1887" y="3831"/>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0" name="Freeform 133"/>
              <p:cNvSpPr>
                <a:spLocks noGrp="1" noRot="1" noMove="1" noResize="1" noEditPoints="1" noAdjustHandles="1" noChangeArrowheads="1" noChangeShapeType="1"/>
              </p:cNvSpPr>
              <p:nvPr userDrawn="1"/>
            </p:nvSpPr>
            <p:spPr bwMode="auto">
              <a:xfrm>
                <a:off x="1007"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1" name="Freeform 134"/>
              <p:cNvSpPr>
                <a:spLocks noGrp="1" noRot="1" noMove="1" noResize="1" noEditPoints="1" noAdjustHandles="1" noChangeArrowheads="1" noChangeShapeType="1"/>
              </p:cNvSpPr>
              <p:nvPr userDrawn="1"/>
            </p:nvSpPr>
            <p:spPr bwMode="auto">
              <a:xfrm>
                <a:off x="4777" y="3831"/>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2" name="Freeform 135"/>
              <p:cNvSpPr>
                <a:spLocks noGrp="1" noRot="1" noMove="1" noResize="1" noEditPoints="1" noAdjustHandles="1" noChangeArrowheads="1" noChangeShapeType="1"/>
              </p:cNvSpPr>
              <p:nvPr userDrawn="1"/>
            </p:nvSpPr>
            <p:spPr bwMode="auto">
              <a:xfrm>
                <a:off x="4400" y="3831"/>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3" name="Freeform 136"/>
              <p:cNvSpPr>
                <a:spLocks noGrp="1" noRot="1" noMove="1" noResize="1" noEditPoints="1" noAdjustHandles="1" noChangeArrowheads="1" noChangeShapeType="1"/>
              </p:cNvSpPr>
              <p:nvPr userDrawn="1"/>
            </p:nvSpPr>
            <p:spPr bwMode="auto">
              <a:xfrm>
                <a:off x="5279" y="3831"/>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4" name="Freeform 137"/>
              <p:cNvSpPr>
                <a:spLocks noGrp="1" noRot="1" noMove="1" noResize="1" noEditPoints="1" noAdjustHandles="1" noChangeArrowheads="1" noChangeShapeType="1"/>
              </p:cNvSpPr>
              <p:nvPr userDrawn="1"/>
            </p:nvSpPr>
            <p:spPr bwMode="auto">
              <a:xfrm>
                <a:off x="5405" y="3831"/>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5" name="Freeform 138"/>
              <p:cNvSpPr>
                <a:spLocks noGrp="1" noRot="1" noMove="1" noResize="1" noEditPoints="1" noAdjustHandles="1" noChangeArrowheads="1" noChangeShapeType="1"/>
              </p:cNvSpPr>
              <p:nvPr userDrawn="1"/>
            </p:nvSpPr>
            <p:spPr bwMode="auto">
              <a:xfrm>
                <a:off x="5656" y="3831"/>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6" name="Freeform 139"/>
              <p:cNvSpPr>
                <a:spLocks noGrp="1" noRot="1" noMove="1" noResize="1" noEditPoints="1" noAdjustHandles="1" noChangeArrowheads="1" noChangeShapeType="1"/>
              </p:cNvSpPr>
              <p:nvPr userDrawn="1"/>
            </p:nvSpPr>
            <p:spPr bwMode="auto">
              <a:xfrm>
                <a:off x="505" y="3831"/>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7" name="Freeform 140"/>
              <p:cNvSpPr>
                <a:spLocks noGrp="1" noRot="1" noMove="1" noResize="1" noEditPoints="1" noAdjustHandles="1" noChangeArrowheads="1" noChangeShapeType="1"/>
              </p:cNvSpPr>
              <p:nvPr userDrawn="1"/>
            </p:nvSpPr>
            <p:spPr bwMode="auto">
              <a:xfrm>
                <a:off x="2641" y="373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8" name="Freeform 141"/>
              <p:cNvSpPr>
                <a:spLocks noGrp="1" noRot="1" noMove="1" noResize="1" noEditPoints="1" noAdjustHandles="1" noChangeArrowheads="1" noChangeShapeType="1"/>
              </p:cNvSpPr>
              <p:nvPr userDrawn="1"/>
            </p:nvSpPr>
            <p:spPr bwMode="auto">
              <a:xfrm>
                <a:off x="505" y="3733"/>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9" name="Freeform 142"/>
              <p:cNvSpPr>
                <a:spLocks noGrp="1" noRot="1" noMove="1" noResize="1" noEditPoints="1" noAdjustHandles="1" noChangeArrowheads="1" noChangeShapeType="1"/>
              </p:cNvSpPr>
              <p:nvPr userDrawn="1"/>
            </p:nvSpPr>
            <p:spPr bwMode="auto">
              <a:xfrm>
                <a:off x="253" y="37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0" name="Freeform 143"/>
              <p:cNvSpPr>
                <a:spLocks noGrp="1" noRot="1" noMove="1" noResize="1" noEditPoints="1" noAdjustHandles="1" noChangeArrowheads="1" noChangeShapeType="1"/>
              </p:cNvSpPr>
              <p:nvPr userDrawn="1"/>
            </p:nvSpPr>
            <p:spPr bwMode="auto">
              <a:xfrm>
                <a:off x="379"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1" name="Freeform 144"/>
              <p:cNvSpPr>
                <a:spLocks noGrp="1" noRot="1" noMove="1" noResize="1" noEditPoints="1" noAdjustHandles="1" noChangeArrowheads="1" noChangeShapeType="1"/>
              </p:cNvSpPr>
              <p:nvPr userDrawn="1"/>
            </p:nvSpPr>
            <p:spPr bwMode="auto">
              <a:xfrm>
                <a:off x="2389"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2" name="Freeform 145"/>
              <p:cNvSpPr>
                <a:spLocks noGrp="1" noRot="1" noMove="1" noResize="1" noEditPoints="1" noAdjustHandles="1" noChangeArrowheads="1" noChangeShapeType="1"/>
              </p:cNvSpPr>
              <p:nvPr userDrawn="1"/>
            </p:nvSpPr>
            <p:spPr bwMode="auto">
              <a:xfrm>
                <a:off x="3520" y="3733"/>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3" name="Freeform 146"/>
              <p:cNvSpPr>
                <a:spLocks noGrp="1" noRot="1" noMove="1" noResize="1" noEditPoints="1" noAdjustHandles="1" noChangeArrowheads="1" noChangeShapeType="1"/>
              </p:cNvSpPr>
              <p:nvPr userDrawn="1"/>
            </p:nvSpPr>
            <p:spPr bwMode="auto">
              <a:xfrm>
                <a:off x="3143" y="37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4" name="Freeform 147"/>
              <p:cNvSpPr>
                <a:spLocks noGrp="1" noRot="1" noMove="1" noResize="1" noEditPoints="1" noAdjustHandles="1" noChangeArrowheads="1" noChangeShapeType="1"/>
              </p:cNvSpPr>
              <p:nvPr userDrawn="1"/>
            </p:nvSpPr>
            <p:spPr bwMode="auto">
              <a:xfrm>
                <a:off x="3018" y="3733"/>
                <a:ext cx="125"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5" name="Freeform 148"/>
              <p:cNvSpPr>
                <a:spLocks noGrp="1" noRot="1" noMove="1" noResize="1" noEditPoints="1" noAdjustHandles="1" noChangeArrowheads="1" noChangeShapeType="1"/>
              </p:cNvSpPr>
              <p:nvPr userDrawn="1"/>
            </p:nvSpPr>
            <p:spPr bwMode="auto">
              <a:xfrm>
                <a:off x="4149" y="3733"/>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6" name="Freeform 149"/>
              <p:cNvSpPr>
                <a:spLocks noGrp="1" noRot="1" noMove="1" noResize="1" noEditPoints="1" noAdjustHandles="1" noChangeArrowheads="1" noChangeShapeType="1"/>
              </p:cNvSpPr>
              <p:nvPr userDrawn="1"/>
            </p:nvSpPr>
            <p:spPr bwMode="auto">
              <a:xfrm>
                <a:off x="3897" y="3733"/>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7" name="Freeform 150"/>
              <p:cNvSpPr>
                <a:spLocks noGrp="1" noRot="1" noMove="1" noResize="1" noEditPoints="1" noAdjustHandles="1" noChangeArrowheads="1" noChangeShapeType="1"/>
              </p:cNvSpPr>
              <p:nvPr userDrawn="1"/>
            </p:nvSpPr>
            <p:spPr bwMode="auto">
              <a:xfrm>
                <a:off x="4274" y="3733"/>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8" name="Freeform 151"/>
              <p:cNvSpPr>
                <a:spLocks noGrp="1" noRot="1" noMove="1" noResize="1" noEditPoints="1" noAdjustHandles="1" noChangeArrowheads="1" noChangeShapeType="1"/>
              </p:cNvSpPr>
              <p:nvPr userDrawn="1"/>
            </p:nvSpPr>
            <p:spPr bwMode="auto">
              <a:xfrm>
                <a:off x="2138"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9" name="Freeform 152"/>
              <p:cNvSpPr>
                <a:spLocks noGrp="1" noRot="1" noMove="1" noResize="1" noEditPoints="1" noAdjustHandles="1" noChangeArrowheads="1" noChangeShapeType="1"/>
              </p:cNvSpPr>
              <p:nvPr userDrawn="1"/>
            </p:nvSpPr>
            <p:spPr bwMode="auto">
              <a:xfrm>
                <a:off x="3646" y="3733"/>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0" name="Freeform 153"/>
              <p:cNvSpPr>
                <a:spLocks noGrp="1" noRot="1" noMove="1" noResize="1" noEditPoints="1" noAdjustHandles="1" noChangeArrowheads="1" noChangeShapeType="1"/>
              </p:cNvSpPr>
              <p:nvPr userDrawn="1"/>
            </p:nvSpPr>
            <p:spPr bwMode="auto">
              <a:xfrm>
                <a:off x="1384" y="3733"/>
                <a:ext cx="126" cy="196"/>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extrusionOk="0">
                    <a:moveTo>
                      <a:pt x="555" y="0"/>
                    </a:moveTo>
                    <a:lnTo>
                      <a:pt x="555" y="433"/>
                    </a:lnTo>
                    <a:lnTo>
                      <a:pt x="555" y="866"/>
                    </a:lnTo>
                    <a:lnTo>
                      <a:pt x="0" y="433"/>
                    </a:lnTo>
                    <a:lnTo>
                      <a:pt x="555" y="0"/>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1" name="Freeform 154"/>
              <p:cNvSpPr>
                <a:spLocks noGrp="1" noRot="1" noMove="1" noResize="1" noEditPoints="1" noAdjustHandles="1" noChangeArrowheads="1" noChangeShapeType="1"/>
              </p:cNvSpPr>
              <p:nvPr userDrawn="1"/>
            </p:nvSpPr>
            <p:spPr bwMode="auto">
              <a:xfrm>
                <a:off x="881"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2" name="Freeform 155"/>
              <p:cNvSpPr>
                <a:spLocks noGrp="1" noRot="1" noMove="1" noResize="1" noEditPoints="1" noAdjustHandles="1" noChangeArrowheads="1" noChangeShapeType="1"/>
              </p:cNvSpPr>
              <p:nvPr userDrawn="1"/>
            </p:nvSpPr>
            <p:spPr bwMode="auto">
              <a:xfrm>
                <a:off x="1133" y="3733"/>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3" name="Freeform 156"/>
              <p:cNvSpPr>
                <a:spLocks noGrp="1" noRot="1" noMove="1" noResize="1" noEditPoints="1" noAdjustHandles="1" noChangeArrowheads="1" noChangeShapeType="1"/>
              </p:cNvSpPr>
              <p:nvPr userDrawn="1"/>
            </p:nvSpPr>
            <p:spPr bwMode="auto">
              <a:xfrm>
                <a:off x="1635"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4" name="Freeform 157"/>
              <p:cNvSpPr>
                <a:spLocks noGrp="1" noRot="1" noMove="1" noResize="1" noEditPoints="1" noAdjustHandles="1" noChangeArrowheads="1" noChangeShapeType="1"/>
              </p:cNvSpPr>
              <p:nvPr userDrawn="1"/>
            </p:nvSpPr>
            <p:spPr bwMode="auto">
              <a:xfrm>
                <a:off x="2012" y="3733"/>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5" name="Freeform 158"/>
              <p:cNvSpPr>
                <a:spLocks noGrp="1" noRot="1" noMove="1" noResize="1" noEditPoints="1" noAdjustHandles="1" noChangeArrowheads="1" noChangeShapeType="1"/>
              </p:cNvSpPr>
              <p:nvPr userDrawn="1"/>
            </p:nvSpPr>
            <p:spPr bwMode="auto">
              <a:xfrm>
                <a:off x="4651"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6" name="Freeform 159"/>
              <p:cNvSpPr>
                <a:spLocks noGrp="1" noRot="1" noMove="1" noResize="1" noEditPoints="1" noAdjustHandles="1" noChangeArrowheads="1" noChangeShapeType="1"/>
              </p:cNvSpPr>
              <p:nvPr userDrawn="1"/>
            </p:nvSpPr>
            <p:spPr bwMode="auto">
              <a:xfrm>
                <a:off x="5656" y="37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7" name="Freeform 160"/>
              <p:cNvSpPr>
                <a:spLocks noGrp="1" noRot="1" noMove="1" noResize="1" noEditPoints="1" noAdjustHandles="1" noChangeArrowheads="1" noChangeShapeType="1"/>
              </p:cNvSpPr>
              <p:nvPr userDrawn="1"/>
            </p:nvSpPr>
            <p:spPr bwMode="auto">
              <a:xfrm>
                <a:off x="5531" y="3733"/>
                <a:ext cx="125"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8" name="Freeform 161"/>
              <p:cNvSpPr>
                <a:spLocks noGrp="1" noRot="1" noMove="1" noResize="1" noEditPoints="1" noAdjustHandles="1" noChangeArrowheads="1" noChangeShapeType="1"/>
              </p:cNvSpPr>
              <p:nvPr userDrawn="1"/>
            </p:nvSpPr>
            <p:spPr bwMode="auto">
              <a:xfrm>
                <a:off x="630"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9" name="Freeform 162"/>
              <p:cNvSpPr>
                <a:spLocks noGrp="1" noRot="1" noMove="1" noResize="1" noEditPoints="1" noAdjustHandles="1" noChangeArrowheads="1" noChangeShapeType="1"/>
              </p:cNvSpPr>
              <p:nvPr userDrawn="1"/>
            </p:nvSpPr>
            <p:spPr bwMode="auto">
              <a:xfrm>
                <a:off x="2515" y="3635"/>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0" name="Freeform 163"/>
              <p:cNvSpPr>
                <a:spLocks noGrp="1" noRot="1" noMove="1" noResize="1" noEditPoints="1" noAdjustHandles="1" noChangeArrowheads="1" noChangeShapeType="1"/>
              </p:cNvSpPr>
              <p:nvPr userDrawn="1"/>
            </p:nvSpPr>
            <p:spPr bwMode="auto">
              <a:xfrm>
                <a:off x="253"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1" name="Freeform 164"/>
              <p:cNvSpPr>
                <a:spLocks noGrp="1" noRot="1" noMove="1" noResize="1" noEditPoints="1" noAdjustHandles="1" noChangeArrowheads="1" noChangeShapeType="1"/>
              </p:cNvSpPr>
              <p:nvPr userDrawn="1"/>
            </p:nvSpPr>
            <p:spPr bwMode="auto">
              <a:xfrm>
                <a:off x="3018" y="3635"/>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2" name="Freeform 165"/>
              <p:cNvSpPr>
                <a:spLocks noGrp="1" noRot="1" noMove="1" noResize="1" noEditPoints="1" noAdjustHandles="1" noChangeArrowheads="1" noChangeShapeType="1"/>
              </p:cNvSpPr>
              <p:nvPr userDrawn="1"/>
            </p:nvSpPr>
            <p:spPr bwMode="auto">
              <a:xfrm>
                <a:off x="3143" y="3635"/>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3" name="Freeform 166"/>
              <p:cNvSpPr>
                <a:spLocks noGrp="1" noRot="1" noMove="1" noResize="1" noEditPoints="1" noAdjustHandles="1" noChangeArrowheads="1" noChangeShapeType="1"/>
              </p:cNvSpPr>
              <p:nvPr userDrawn="1"/>
            </p:nvSpPr>
            <p:spPr bwMode="auto">
              <a:xfrm>
                <a:off x="3269" y="3635"/>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4" name="Freeform 167"/>
              <p:cNvSpPr>
                <a:spLocks noGrp="1" noRot="1" noMove="1" noResize="1" noEditPoints="1" noAdjustHandles="1" noChangeArrowheads="1" noChangeShapeType="1"/>
              </p:cNvSpPr>
              <p:nvPr userDrawn="1"/>
            </p:nvSpPr>
            <p:spPr bwMode="auto">
              <a:xfrm>
                <a:off x="4274" y="3635"/>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5" name="Freeform 168"/>
              <p:cNvSpPr>
                <a:spLocks noGrp="1" noRot="1" noMove="1" noResize="1" noEditPoints="1" noAdjustHandles="1" noChangeArrowheads="1" noChangeShapeType="1"/>
              </p:cNvSpPr>
              <p:nvPr userDrawn="1"/>
            </p:nvSpPr>
            <p:spPr bwMode="auto">
              <a:xfrm>
                <a:off x="4023" y="3635"/>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6" name="Freeform 169"/>
              <p:cNvSpPr>
                <a:spLocks noGrp="1" noRot="1" noMove="1" noResize="1" noEditPoints="1" noAdjustHandles="1" noChangeArrowheads="1" noChangeShapeType="1"/>
              </p:cNvSpPr>
              <p:nvPr userDrawn="1"/>
            </p:nvSpPr>
            <p:spPr bwMode="auto">
              <a:xfrm>
                <a:off x="3771" y="3635"/>
                <a:ext cx="126" cy="196"/>
              </a:xfrm>
              <a:custGeom>
                <a:avLst/>
                <a:gdLst>
                  <a:gd name="T0" fmla="*/ 0 w 555"/>
                  <a:gd name="T1" fmla="*/ 433 h 866"/>
                  <a:gd name="T2" fmla="*/ 555 w 555"/>
                  <a:gd name="T3" fmla="*/ 0 h 866"/>
                  <a:gd name="T4" fmla="*/ 555 w 555"/>
                  <a:gd name="T5" fmla="*/ 433 h 866"/>
                  <a:gd name="T6" fmla="*/ 555 w 555"/>
                  <a:gd name="T7" fmla="*/ 866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0"/>
                    </a:lnTo>
                    <a:lnTo>
                      <a:pt x="555" y="433"/>
                    </a:lnTo>
                    <a:lnTo>
                      <a:pt x="555" y="866"/>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7" name="Freeform 170"/>
              <p:cNvSpPr>
                <a:spLocks noGrp="1" noRot="1" noMove="1" noResize="1" noEditPoints="1" noAdjustHandles="1" noChangeArrowheads="1" noChangeShapeType="1"/>
              </p:cNvSpPr>
              <p:nvPr userDrawn="1"/>
            </p:nvSpPr>
            <p:spPr bwMode="auto">
              <a:xfrm>
                <a:off x="2264" y="3635"/>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8" name="Freeform 171"/>
              <p:cNvSpPr>
                <a:spLocks noGrp="1" noRot="1" noMove="1" noResize="1" noEditPoints="1" noAdjustHandles="1" noChangeArrowheads="1" noChangeShapeType="1"/>
              </p:cNvSpPr>
              <p:nvPr userDrawn="1"/>
            </p:nvSpPr>
            <p:spPr bwMode="auto">
              <a:xfrm>
                <a:off x="3646" y="3635"/>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9" name="Freeform 172"/>
              <p:cNvSpPr>
                <a:spLocks noGrp="1" noRot="1" noMove="1" noResize="1" noEditPoints="1" noAdjustHandles="1" noChangeArrowheads="1" noChangeShapeType="1"/>
              </p:cNvSpPr>
              <p:nvPr userDrawn="1"/>
            </p:nvSpPr>
            <p:spPr bwMode="auto">
              <a:xfrm>
                <a:off x="2138"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0" name="Freeform 173"/>
              <p:cNvSpPr>
                <a:spLocks noGrp="1" noRot="1" noMove="1" noResize="1" noEditPoints="1" noAdjustHandles="1" noChangeArrowheads="1" noChangeShapeType="1"/>
              </p:cNvSpPr>
              <p:nvPr userDrawn="1"/>
            </p:nvSpPr>
            <p:spPr bwMode="auto">
              <a:xfrm>
                <a:off x="2892" y="3635"/>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1" name="Freeform 174"/>
              <p:cNvSpPr>
                <a:spLocks noGrp="1" noRot="1" noMove="1" noResize="1" noEditPoints="1" noAdjustHandles="1" noChangeArrowheads="1" noChangeShapeType="1"/>
              </p:cNvSpPr>
              <p:nvPr userDrawn="1"/>
            </p:nvSpPr>
            <p:spPr bwMode="auto">
              <a:xfrm>
                <a:off x="1258" y="3635"/>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2" name="Freeform 175"/>
              <p:cNvSpPr>
                <a:spLocks noGrp="1" noRot="1" noMove="1" noResize="1" noEditPoints="1" noAdjustHandles="1" noChangeArrowheads="1" noChangeShapeType="1"/>
              </p:cNvSpPr>
              <p:nvPr userDrawn="1"/>
            </p:nvSpPr>
            <p:spPr bwMode="auto">
              <a:xfrm>
                <a:off x="1384"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3" name="Freeform 176"/>
              <p:cNvSpPr>
                <a:spLocks noGrp="1" noRot="1" noMove="1" noResize="1" noEditPoints="1" noAdjustHandles="1" noChangeArrowheads="1" noChangeShapeType="1"/>
              </p:cNvSpPr>
              <p:nvPr userDrawn="1"/>
            </p:nvSpPr>
            <p:spPr bwMode="auto">
              <a:xfrm>
                <a:off x="1007"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4" name="Freeform 177"/>
              <p:cNvSpPr>
                <a:spLocks noGrp="1" noRot="1" noMove="1" noResize="1" noEditPoints="1" noAdjustHandles="1" noChangeArrowheads="1" noChangeShapeType="1"/>
              </p:cNvSpPr>
              <p:nvPr userDrawn="1"/>
            </p:nvSpPr>
            <p:spPr bwMode="auto">
              <a:xfrm>
                <a:off x="1635"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5" name="Freeform 178"/>
              <p:cNvSpPr>
                <a:spLocks noGrp="1" noRot="1" noMove="1" noResize="1" noEditPoints="1" noAdjustHandles="1" noChangeArrowheads="1" noChangeShapeType="1"/>
              </p:cNvSpPr>
              <p:nvPr userDrawn="1"/>
            </p:nvSpPr>
            <p:spPr bwMode="auto">
              <a:xfrm>
                <a:off x="1761" y="3635"/>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6" name="Freeform 179"/>
              <p:cNvSpPr>
                <a:spLocks noGrp="1" noRot="1" noMove="1" noResize="1" noEditPoints="1" noAdjustHandles="1" noChangeArrowheads="1" noChangeShapeType="1"/>
              </p:cNvSpPr>
              <p:nvPr userDrawn="1"/>
            </p:nvSpPr>
            <p:spPr bwMode="auto">
              <a:xfrm>
                <a:off x="1887" y="3635"/>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7" name="Freeform 180"/>
              <p:cNvSpPr>
                <a:spLocks noGrp="1" noRot="1" noMove="1" noResize="1" noEditPoints="1" noAdjustHandles="1" noChangeArrowheads="1" noChangeShapeType="1"/>
              </p:cNvSpPr>
              <p:nvPr userDrawn="1"/>
            </p:nvSpPr>
            <p:spPr bwMode="auto">
              <a:xfrm>
                <a:off x="4651"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8" name="Freeform 181"/>
              <p:cNvSpPr>
                <a:spLocks noGrp="1" noRot="1" noMove="1" noResize="1" noEditPoints="1" noAdjustHandles="1" noChangeArrowheads="1" noChangeShapeType="1"/>
              </p:cNvSpPr>
              <p:nvPr userDrawn="1"/>
            </p:nvSpPr>
            <p:spPr bwMode="auto">
              <a:xfrm>
                <a:off x="5531" y="3635"/>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9" name="Freeform 182"/>
              <p:cNvSpPr>
                <a:spLocks noGrp="1" noRot="1" noMove="1" noResize="1" noEditPoints="1" noAdjustHandles="1" noChangeArrowheads="1" noChangeShapeType="1"/>
              </p:cNvSpPr>
              <p:nvPr userDrawn="1"/>
            </p:nvSpPr>
            <p:spPr bwMode="auto">
              <a:xfrm>
                <a:off x="5405" y="3635"/>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0" name="Freeform 183"/>
              <p:cNvSpPr>
                <a:spLocks noGrp="1" noRot="1" noMove="1" noResize="1" noEditPoints="1" noAdjustHandles="1" noChangeArrowheads="1" noChangeShapeType="1"/>
              </p:cNvSpPr>
              <p:nvPr userDrawn="1"/>
            </p:nvSpPr>
            <p:spPr bwMode="auto">
              <a:xfrm>
                <a:off x="5656" y="3635"/>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1" name="Freeform 184"/>
              <p:cNvSpPr>
                <a:spLocks noGrp="1" noRot="1" noMove="1" noResize="1" noEditPoints="1" noAdjustHandles="1" noChangeArrowheads="1" noChangeShapeType="1"/>
              </p:cNvSpPr>
              <p:nvPr userDrawn="1"/>
            </p:nvSpPr>
            <p:spPr bwMode="auto">
              <a:xfrm>
                <a:off x="128"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2" name="Freeform 185"/>
              <p:cNvSpPr>
                <a:spLocks noGrp="1" noRot="1" noMove="1" noResize="1" noEditPoints="1" noAdjustHandles="1" noChangeArrowheads="1" noChangeShapeType="1"/>
              </p:cNvSpPr>
              <p:nvPr userDrawn="1"/>
            </p:nvSpPr>
            <p:spPr bwMode="auto">
              <a:xfrm>
                <a:off x="2515" y="3537"/>
                <a:ext cx="126" cy="196"/>
              </a:xfrm>
              <a:custGeom>
                <a:avLst/>
                <a:gdLst>
                  <a:gd name="T0" fmla="*/ 0 w 555"/>
                  <a:gd name="T1" fmla="*/ 0 h 866"/>
                  <a:gd name="T2" fmla="*/ 0 w 555"/>
                  <a:gd name="T3" fmla="*/ 433 h 866"/>
                  <a:gd name="T4" fmla="*/ 0 w 555"/>
                  <a:gd name="T5" fmla="*/ 866 h 866"/>
                  <a:gd name="T6" fmla="*/ 555 w 555"/>
                  <a:gd name="T7" fmla="*/ 433 h 866"/>
                  <a:gd name="T8" fmla="*/ 0 w 555"/>
                  <a:gd name="T9" fmla="*/ 0 h 866"/>
                </a:gdLst>
                <a:ahLst/>
                <a:cxnLst>
                  <a:cxn ang="0">
                    <a:pos x="T0" y="T1"/>
                  </a:cxn>
                  <a:cxn ang="0">
                    <a:pos x="T2" y="T3"/>
                  </a:cxn>
                  <a:cxn ang="0">
                    <a:pos x="T4" y="T5"/>
                  </a:cxn>
                  <a:cxn ang="0">
                    <a:pos x="T6" y="T7"/>
                  </a:cxn>
                  <a:cxn ang="0">
                    <a:pos x="T8" y="T9"/>
                  </a:cxn>
                </a:cxnLst>
                <a:rect l="0" t="0" r="r" b="b"/>
                <a:pathLst>
                  <a:path w="555" h="866" extrusionOk="0">
                    <a:moveTo>
                      <a:pt x="0" y="0"/>
                    </a:moveTo>
                    <a:lnTo>
                      <a:pt x="0" y="433"/>
                    </a:lnTo>
                    <a:lnTo>
                      <a:pt x="0" y="866"/>
                    </a:lnTo>
                    <a:lnTo>
                      <a:pt x="555" y="433"/>
                    </a:lnTo>
                    <a:lnTo>
                      <a:pt x="0" y="0"/>
                    </a:lnTo>
                    <a:close/>
                  </a:path>
                </a:pathLst>
              </a:custGeom>
              <a:solidFill>
                <a:srgbClr val="CCD3EE"/>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3" name="Freeform 186"/>
              <p:cNvSpPr>
                <a:spLocks noGrp="1" noRot="1" noMove="1" noResize="1" noEditPoints="1" noAdjustHandles="1" noChangeArrowheads="1" noChangeShapeType="1"/>
              </p:cNvSpPr>
              <p:nvPr userDrawn="1"/>
            </p:nvSpPr>
            <p:spPr bwMode="auto">
              <a:xfrm>
                <a:off x="2389"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4" name="Freeform 187"/>
              <p:cNvSpPr>
                <a:spLocks noGrp="1" noRot="1" noMove="1" noResize="1" noEditPoints="1" noAdjustHandles="1" noChangeArrowheads="1" noChangeShapeType="1"/>
              </p:cNvSpPr>
              <p:nvPr userDrawn="1"/>
            </p:nvSpPr>
            <p:spPr bwMode="auto">
              <a:xfrm>
                <a:off x="3143" y="3537"/>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5" name="Freeform 188"/>
              <p:cNvSpPr>
                <a:spLocks noGrp="1" noRot="1" noMove="1" noResize="1" noEditPoints="1" noAdjustHandles="1" noChangeArrowheads="1" noChangeShapeType="1"/>
              </p:cNvSpPr>
              <p:nvPr userDrawn="1"/>
            </p:nvSpPr>
            <p:spPr bwMode="auto">
              <a:xfrm>
                <a:off x="3018" y="3537"/>
                <a:ext cx="125"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6" name="Freeform 189"/>
              <p:cNvSpPr>
                <a:spLocks noGrp="1" noRot="1" noMove="1" noResize="1" noEditPoints="1" noAdjustHandles="1" noChangeArrowheads="1" noChangeShapeType="1"/>
              </p:cNvSpPr>
              <p:nvPr userDrawn="1"/>
            </p:nvSpPr>
            <p:spPr bwMode="auto">
              <a:xfrm>
                <a:off x="3395" y="3537"/>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7" name="Freeform 190"/>
              <p:cNvSpPr>
                <a:spLocks noGrp="1" noRot="1" noMove="1" noResize="1" noEditPoints="1" noAdjustHandles="1" noChangeArrowheads="1" noChangeShapeType="1"/>
              </p:cNvSpPr>
              <p:nvPr userDrawn="1"/>
            </p:nvSpPr>
            <p:spPr bwMode="auto">
              <a:xfrm>
                <a:off x="2264" y="3537"/>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8" name="Freeform 191"/>
              <p:cNvSpPr>
                <a:spLocks noGrp="1" noRot="1" noMove="1" noResize="1" noEditPoints="1" noAdjustHandles="1" noChangeArrowheads="1" noChangeShapeType="1"/>
              </p:cNvSpPr>
              <p:nvPr userDrawn="1"/>
            </p:nvSpPr>
            <p:spPr bwMode="auto">
              <a:xfrm>
                <a:off x="2138"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9" name="Freeform 192"/>
              <p:cNvSpPr>
                <a:spLocks noGrp="1" noRot="1" noMove="1" noResize="1" noEditPoints="1" noAdjustHandles="1" noChangeArrowheads="1" noChangeShapeType="1"/>
              </p:cNvSpPr>
              <p:nvPr userDrawn="1"/>
            </p:nvSpPr>
            <p:spPr bwMode="auto">
              <a:xfrm>
                <a:off x="2641" y="3537"/>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0" name="Freeform 193"/>
              <p:cNvSpPr>
                <a:spLocks noGrp="1" noRot="1" noMove="1" noResize="1" noEditPoints="1" noAdjustHandles="1" noChangeArrowheads="1" noChangeShapeType="1"/>
              </p:cNvSpPr>
              <p:nvPr userDrawn="1"/>
            </p:nvSpPr>
            <p:spPr bwMode="auto">
              <a:xfrm>
                <a:off x="881" y="353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1" name="Freeform 194"/>
              <p:cNvSpPr>
                <a:spLocks noGrp="1" noRot="1" noMove="1" noResize="1" noEditPoints="1" noAdjustHandles="1" noChangeArrowheads="1" noChangeShapeType="1"/>
              </p:cNvSpPr>
              <p:nvPr userDrawn="1"/>
            </p:nvSpPr>
            <p:spPr bwMode="auto">
              <a:xfrm>
                <a:off x="1133" y="3537"/>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2" name="Freeform 195"/>
              <p:cNvSpPr>
                <a:spLocks noGrp="1" noRot="1" noMove="1" noResize="1" noEditPoints="1" noAdjustHandles="1" noChangeArrowheads="1" noChangeShapeType="1"/>
              </p:cNvSpPr>
              <p:nvPr userDrawn="1"/>
            </p:nvSpPr>
            <p:spPr bwMode="auto">
              <a:xfrm>
                <a:off x="1258" y="3537"/>
                <a:ext cx="126" cy="196"/>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extrusionOk="0">
                    <a:moveTo>
                      <a:pt x="555" y="433"/>
                    </a:moveTo>
                    <a:lnTo>
                      <a:pt x="0" y="866"/>
                    </a:lnTo>
                    <a:lnTo>
                      <a:pt x="0" y="433"/>
                    </a:lnTo>
                    <a:lnTo>
                      <a:pt x="0" y="0"/>
                    </a:lnTo>
                    <a:lnTo>
                      <a:pt x="555"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3" name="Freeform 196"/>
              <p:cNvSpPr>
                <a:spLocks noGrp="1" noRot="1" noMove="1" noResize="1" noEditPoints="1" noAdjustHandles="1" noChangeArrowheads="1" noChangeShapeType="1"/>
              </p:cNvSpPr>
              <p:nvPr userDrawn="1"/>
            </p:nvSpPr>
            <p:spPr bwMode="auto">
              <a:xfrm>
                <a:off x="1635" y="3537"/>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4" name="Freeform 197"/>
              <p:cNvSpPr>
                <a:spLocks noGrp="1" noRot="1" noMove="1" noResize="1" noEditPoints="1" noAdjustHandles="1" noChangeArrowheads="1" noChangeShapeType="1"/>
              </p:cNvSpPr>
              <p:nvPr userDrawn="1"/>
            </p:nvSpPr>
            <p:spPr bwMode="auto">
              <a:xfrm>
                <a:off x="4400" y="3537"/>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5" name="Freeform 198"/>
              <p:cNvSpPr>
                <a:spLocks noGrp="1" noRot="1" noMove="1" noResize="1" noEditPoints="1" noAdjustHandles="1" noChangeArrowheads="1" noChangeShapeType="1"/>
              </p:cNvSpPr>
              <p:nvPr userDrawn="1"/>
            </p:nvSpPr>
            <p:spPr bwMode="auto">
              <a:xfrm>
                <a:off x="5405" y="3537"/>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6" name="Freeform 199"/>
              <p:cNvSpPr>
                <a:spLocks noGrp="1" noRot="1" noMove="1" noResize="1" noEditPoints="1" noAdjustHandles="1" noChangeArrowheads="1" noChangeShapeType="1"/>
              </p:cNvSpPr>
              <p:nvPr userDrawn="1"/>
            </p:nvSpPr>
            <p:spPr bwMode="auto">
              <a:xfrm>
                <a:off x="630" y="3537"/>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7" name="Freeform 200"/>
              <p:cNvSpPr>
                <a:spLocks noGrp="1" noRot="1" noMove="1" noResize="1" noEditPoints="1" noAdjustHandles="1" noChangeArrowheads="1" noChangeShapeType="1"/>
              </p:cNvSpPr>
              <p:nvPr userDrawn="1"/>
            </p:nvSpPr>
            <p:spPr bwMode="auto">
              <a:xfrm>
                <a:off x="3018" y="3440"/>
                <a:ext cx="125" cy="195"/>
              </a:xfrm>
              <a:custGeom>
                <a:avLst/>
                <a:gdLst>
                  <a:gd name="T0" fmla="*/ 554 w 554"/>
                  <a:gd name="T1" fmla="*/ 865 h 865"/>
                  <a:gd name="T2" fmla="*/ 554 w 554"/>
                  <a:gd name="T3" fmla="*/ 432 h 865"/>
                  <a:gd name="T4" fmla="*/ 554 w 554"/>
                  <a:gd name="T5" fmla="*/ 0 h 865"/>
                  <a:gd name="T6" fmla="*/ 0 w 554"/>
                  <a:gd name="T7" fmla="*/ 432 h 865"/>
                  <a:gd name="T8" fmla="*/ 554 w 554"/>
                  <a:gd name="T9" fmla="*/ 865 h 865"/>
                </a:gdLst>
                <a:ahLst/>
                <a:cxnLst>
                  <a:cxn ang="0">
                    <a:pos x="T0" y="T1"/>
                  </a:cxn>
                  <a:cxn ang="0">
                    <a:pos x="T2" y="T3"/>
                  </a:cxn>
                  <a:cxn ang="0">
                    <a:pos x="T4" y="T5"/>
                  </a:cxn>
                  <a:cxn ang="0">
                    <a:pos x="T6" y="T7"/>
                  </a:cxn>
                  <a:cxn ang="0">
                    <a:pos x="T8" y="T9"/>
                  </a:cxn>
                </a:cxnLst>
                <a:rect l="0" t="0" r="r" b="b"/>
                <a:pathLst>
                  <a:path w="554" h="865" extrusionOk="0">
                    <a:moveTo>
                      <a:pt x="554" y="865"/>
                    </a:moveTo>
                    <a:lnTo>
                      <a:pt x="554" y="432"/>
                    </a:lnTo>
                    <a:lnTo>
                      <a:pt x="554" y="0"/>
                    </a:lnTo>
                    <a:lnTo>
                      <a:pt x="0" y="432"/>
                    </a:lnTo>
                    <a:lnTo>
                      <a:pt x="554" y="865"/>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8" name="Freeform 201"/>
              <p:cNvSpPr>
                <a:spLocks noGrp="1" noRot="1" noMove="1" noResize="1" noEditPoints="1" noAdjustHandles="1" noChangeArrowheads="1" noChangeShapeType="1"/>
              </p:cNvSpPr>
              <p:nvPr userDrawn="1"/>
            </p:nvSpPr>
            <p:spPr bwMode="auto">
              <a:xfrm>
                <a:off x="3269" y="3440"/>
                <a:ext cx="126" cy="195"/>
              </a:xfrm>
              <a:custGeom>
                <a:avLst/>
                <a:gdLst>
                  <a:gd name="T0" fmla="*/ 554 w 554"/>
                  <a:gd name="T1" fmla="*/ 865 h 865"/>
                  <a:gd name="T2" fmla="*/ 554 w 554"/>
                  <a:gd name="T3" fmla="*/ 432 h 865"/>
                  <a:gd name="T4" fmla="*/ 554 w 554"/>
                  <a:gd name="T5" fmla="*/ 0 h 865"/>
                  <a:gd name="T6" fmla="*/ 0 w 554"/>
                  <a:gd name="T7" fmla="*/ 432 h 865"/>
                  <a:gd name="T8" fmla="*/ 554 w 554"/>
                  <a:gd name="T9" fmla="*/ 865 h 865"/>
                </a:gdLst>
                <a:ahLst/>
                <a:cxnLst>
                  <a:cxn ang="0">
                    <a:pos x="T0" y="T1"/>
                  </a:cxn>
                  <a:cxn ang="0">
                    <a:pos x="T2" y="T3"/>
                  </a:cxn>
                  <a:cxn ang="0">
                    <a:pos x="T4" y="T5"/>
                  </a:cxn>
                  <a:cxn ang="0">
                    <a:pos x="T6" y="T7"/>
                  </a:cxn>
                  <a:cxn ang="0">
                    <a:pos x="T8" y="T9"/>
                  </a:cxn>
                </a:cxnLst>
                <a:rect l="0" t="0" r="r" b="b"/>
                <a:pathLst>
                  <a:path w="554" h="865" extrusionOk="0">
                    <a:moveTo>
                      <a:pt x="554" y="865"/>
                    </a:moveTo>
                    <a:lnTo>
                      <a:pt x="554" y="432"/>
                    </a:lnTo>
                    <a:lnTo>
                      <a:pt x="554" y="0"/>
                    </a:lnTo>
                    <a:lnTo>
                      <a:pt x="0" y="432"/>
                    </a:lnTo>
                    <a:lnTo>
                      <a:pt x="554" y="865"/>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9" name="Freeform 202"/>
              <p:cNvSpPr>
                <a:spLocks noGrp="1" noRot="1" noMove="1" noResize="1" noEditPoints="1" noAdjustHandles="1" noChangeArrowheads="1" noChangeShapeType="1"/>
              </p:cNvSpPr>
              <p:nvPr userDrawn="1"/>
            </p:nvSpPr>
            <p:spPr bwMode="auto">
              <a:xfrm>
                <a:off x="2138" y="3440"/>
                <a:ext cx="126" cy="195"/>
              </a:xfrm>
              <a:custGeom>
                <a:avLst/>
                <a:gdLst>
                  <a:gd name="T0" fmla="*/ 0 w 554"/>
                  <a:gd name="T1" fmla="*/ 0 h 865"/>
                  <a:gd name="T2" fmla="*/ 0 w 554"/>
                  <a:gd name="T3" fmla="*/ 432 h 865"/>
                  <a:gd name="T4" fmla="*/ 0 w 554"/>
                  <a:gd name="T5" fmla="*/ 865 h 865"/>
                  <a:gd name="T6" fmla="*/ 554 w 554"/>
                  <a:gd name="T7" fmla="*/ 432 h 865"/>
                  <a:gd name="T8" fmla="*/ 0 w 554"/>
                  <a:gd name="T9" fmla="*/ 0 h 865"/>
                </a:gdLst>
                <a:ahLst/>
                <a:cxnLst>
                  <a:cxn ang="0">
                    <a:pos x="T0" y="T1"/>
                  </a:cxn>
                  <a:cxn ang="0">
                    <a:pos x="T2" y="T3"/>
                  </a:cxn>
                  <a:cxn ang="0">
                    <a:pos x="T4" y="T5"/>
                  </a:cxn>
                  <a:cxn ang="0">
                    <a:pos x="T6" y="T7"/>
                  </a:cxn>
                  <a:cxn ang="0">
                    <a:pos x="T8" y="T9"/>
                  </a:cxn>
                </a:cxnLst>
                <a:rect l="0" t="0" r="r" b="b"/>
                <a:pathLst>
                  <a:path w="554" h="865" extrusionOk="0">
                    <a:moveTo>
                      <a:pt x="0" y="0"/>
                    </a:moveTo>
                    <a:lnTo>
                      <a:pt x="0" y="432"/>
                    </a:lnTo>
                    <a:lnTo>
                      <a:pt x="0" y="865"/>
                    </a:lnTo>
                    <a:lnTo>
                      <a:pt x="554" y="432"/>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70" name="Freeform 203"/>
              <p:cNvSpPr>
                <a:spLocks noGrp="1" noRot="1" noMove="1" noResize="1" noEditPoints="1" noAdjustHandles="1" noChangeArrowheads="1" noChangeShapeType="1"/>
              </p:cNvSpPr>
              <p:nvPr userDrawn="1"/>
            </p:nvSpPr>
            <p:spPr bwMode="auto">
              <a:xfrm>
                <a:off x="1007" y="3440"/>
                <a:ext cx="126" cy="195"/>
              </a:xfrm>
              <a:custGeom>
                <a:avLst/>
                <a:gdLst>
                  <a:gd name="T0" fmla="*/ 0 w 554"/>
                  <a:gd name="T1" fmla="*/ 432 h 865"/>
                  <a:gd name="T2" fmla="*/ 554 w 554"/>
                  <a:gd name="T3" fmla="*/ 865 h 865"/>
                  <a:gd name="T4" fmla="*/ 554 w 554"/>
                  <a:gd name="T5" fmla="*/ 432 h 865"/>
                  <a:gd name="T6" fmla="*/ 554 w 554"/>
                  <a:gd name="T7" fmla="*/ 0 h 865"/>
                  <a:gd name="T8" fmla="*/ 0 w 554"/>
                  <a:gd name="T9" fmla="*/ 432 h 865"/>
                </a:gdLst>
                <a:ahLst/>
                <a:cxnLst>
                  <a:cxn ang="0">
                    <a:pos x="T0" y="T1"/>
                  </a:cxn>
                  <a:cxn ang="0">
                    <a:pos x="T2" y="T3"/>
                  </a:cxn>
                  <a:cxn ang="0">
                    <a:pos x="T4" y="T5"/>
                  </a:cxn>
                  <a:cxn ang="0">
                    <a:pos x="T6" y="T7"/>
                  </a:cxn>
                  <a:cxn ang="0">
                    <a:pos x="T8" y="T9"/>
                  </a:cxn>
                </a:cxnLst>
                <a:rect l="0" t="0" r="r" b="b"/>
                <a:pathLst>
                  <a:path w="554" h="865" extrusionOk="0">
                    <a:moveTo>
                      <a:pt x="0" y="432"/>
                    </a:moveTo>
                    <a:lnTo>
                      <a:pt x="554" y="865"/>
                    </a:lnTo>
                    <a:lnTo>
                      <a:pt x="554" y="432"/>
                    </a:lnTo>
                    <a:lnTo>
                      <a:pt x="554" y="0"/>
                    </a:lnTo>
                    <a:lnTo>
                      <a:pt x="0" y="432"/>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71" name="Freeform 204"/>
              <p:cNvSpPr>
                <a:spLocks noGrp="1" noRot="1" noMove="1" noResize="1" noEditPoints="1" noAdjustHandles="1" noChangeArrowheads="1" noChangeShapeType="1"/>
              </p:cNvSpPr>
              <p:nvPr userDrawn="1"/>
            </p:nvSpPr>
            <p:spPr bwMode="auto">
              <a:xfrm>
                <a:off x="881" y="3440"/>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sp>
          <p:nvSpPr>
            <p:cNvPr id="25" name="Freeform 206"/>
            <p:cNvSpPr>
              <a:spLocks noGrp="1" noRot="1" noMove="1" noResize="1" noEditPoints="1" noAdjustHandles="1" noChangeArrowheads="1" noChangeShapeType="1"/>
            </p:cNvSpPr>
            <p:nvPr userDrawn="1"/>
          </p:nvSpPr>
          <p:spPr bwMode="auto">
            <a:xfrm>
              <a:off x="1258" y="3440"/>
              <a:ext cx="126" cy="195"/>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 name="Freeform 207"/>
            <p:cNvSpPr>
              <a:spLocks noGrp="1" noRot="1" noMove="1" noResize="1" noEditPoints="1" noAdjustHandles="1" noChangeArrowheads="1" noChangeShapeType="1"/>
            </p:cNvSpPr>
            <p:nvPr userDrawn="1"/>
          </p:nvSpPr>
          <p:spPr bwMode="auto">
            <a:xfrm>
              <a:off x="1761" y="3440"/>
              <a:ext cx="126" cy="195"/>
            </a:xfrm>
            <a:custGeom>
              <a:avLst/>
              <a:gdLst>
                <a:gd name="T0" fmla="*/ 0 w 554"/>
                <a:gd name="T1" fmla="*/ 432 h 865"/>
                <a:gd name="T2" fmla="*/ 554 w 554"/>
                <a:gd name="T3" fmla="*/ 865 h 865"/>
                <a:gd name="T4" fmla="*/ 554 w 554"/>
                <a:gd name="T5" fmla="*/ 432 h 865"/>
                <a:gd name="T6" fmla="*/ 554 w 554"/>
                <a:gd name="T7" fmla="*/ 0 h 865"/>
                <a:gd name="T8" fmla="*/ 0 w 554"/>
                <a:gd name="T9" fmla="*/ 432 h 865"/>
              </a:gdLst>
              <a:ahLst/>
              <a:cxnLst>
                <a:cxn ang="0">
                  <a:pos x="T0" y="T1"/>
                </a:cxn>
                <a:cxn ang="0">
                  <a:pos x="T2" y="T3"/>
                </a:cxn>
                <a:cxn ang="0">
                  <a:pos x="T4" y="T5"/>
                </a:cxn>
                <a:cxn ang="0">
                  <a:pos x="T6" y="T7"/>
                </a:cxn>
                <a:cxn ang="0">
                  <a:pos x="T8" y="T9"/>
                </a:cxn>
              </a:cxnLst>
              <a:rect l="0" t="0" r="r" b="b"/>
              <a:pathLst>
                <a:path w="554" h="865" extrusionOk="0">
                  <a:moveTo>
                    <a:pt x="0" y="432"/>
                  </a:moveTo>
                  <a:lnTo>
                    <a:pt x="554" y="865"/>
                  </a:lnTo>
                  <a:lnTo>
                    <a:pt x="554" y="432"/>
                  </a:lnTo>
                  <a:lnTo>
                    <a:pt x="554" y="0"/>
                  </a:lnTo>
                  <a:lnTo>
                    <a:pt x="0" y="432"/>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7" name="Freeform 208"/>
            <p:cNvSpPr>
              <a:spLocks noGrp="1" noRot="1" noMove="1" noResize="1" noEditPoints="1" noAdjustHandles="1" noChangeArrowheads="1" noChangeShapeType="1"/>
            </p:cNvSpPr>
            <p:nvPr userDrawn="1"/>
          </p:nvSpPr>
          <p:spPr bwMode="auto">
            <a:xfrm>
              <a:off x="4651" y="3440"/>
              <a:ext cx="126" cy="195"/>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8" name="Freeform 209"/>
            <p:cNvSpPr>
              <a:spLocks noGrp="1" noRot="1" noMove="1" noResize="1" noEditPoints="1" noAdjustHandles="1" noChangeArrowheads="1" noChangeShapeType="1"/>
            </p:cNvSpPr>
            <p:nvPr userDrawn="1"/>
          </p:nvSpPr>
          <p:spPr bwMode="auto">
            <a:xfrm>
              <a:off x="379" y="3440"/>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9" name="Freeform 210"/>
            <p:cNvSpPr>
              <a:spLocks noGrp="1" noRot="1" noMove="1" noResize="1" noEditPoints="1" noAdjustHandles="1" noChangeArrowheads="1" noChangeShapeType="1"/>
            </p:cNvSpPr>
            <p:nvPr userDrawn="1"/>
          </p:nvSpPr>
          <p:spPr bwMode="auto">
            <a:xfrm>
              <a:off x="505" y="3440"/>
              <a:ext cx="125" cy="195"/>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extrusionOk="0">
                  <a:moveTo>
                    <a:pt x="554" y="0"/>
                  </a:moveTo>
                  <a:lnTo>
                    <a:pt x="554" y="432"/>
                  </a:lnTo>
                  <a:lnTo>
                    <a:pt x="554" y="865"/>
                  </a:lnTo>
                  <a:lnTo>
                    <a:pt x="0" y="432"/>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0" name="Freeform 211"/>
            <p:cNvSpPr>
              <a:spLocks noGrp="1" noRot="1" noMove="1" noResize="1" noEditPoints="1" noAdjustHandles="1" noChangeArrowheads="1" noChangeShapeType="1"/>
            </p:cNvSpPr>
            <p:nvPr userDrawn="1"/>
          </p:nvSpPr>
          <p:spPr bwMode="auto">
            <a:xfrm>
              <a:off x="2" y="3440"/>
              <a:ext cx="126" cy="195"/>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extrusionOk="0">
                  <a:moveTo>
                    <a:pt x="554" y="0"/>
                  </a:moveTo>
                  <a:lnTo>
                    <a:pt x="554" y="432"/>
                  </a:lnTo>
                  <a:lnTo>
                    <a:pt x="554" y="865"/>
                  </a:lnTo>
                  <a:lnTo>
                    <a:pt x="0" y="432"/>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1" name="Freeform 212"/>
            <p:cNvSpPr>
              <a:spLocks noGrp="1" noRot="1" noMove="1" noResize="1" noEditPoints="1" noAdjustHandles="1" noChangeArrowheads="1" noChangeShapeType="1"/>
            </p:cNvSpPr>
            <p:nvPr userDrawn="1"/>
          </p:nvSpPr>
          <p:spPr bwMode="auto">
            <a:xfrm>
              <a:off x="1007" y="334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2" name="Freeform 213"/>
            <p:cNvSpPr>
              <a:spLocks noGrp="1" noRot="1" noMove="1" noResize="1" noEditPoints="1" noAdjustHandles="1" noChangeArrowheads="1" noChangeShapeType="1"/>
            </p:cNvSpPr>
            <p:nvPr userDrawn="1"/>
          </p:nvSpPr>
          <p:spPr bwMode="auto">
            <a:xfrm>
              <a:off x="1133" y="3342"/>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3" name="Freeform 214"/>
            <p:cNvSpPr>
              <a:spLocks noGrp="1" noRot="1" noMove="1" noResize="1" noEditPoints="1" noAdjustHandles="1" noChangeArrowheads="1" noChangeShapeType="1"/>
            </p:cNvSpPr>
            <p:nvPr userDrawn="1"/>
          </p:nvSpPr>
          <p:spPr bwMode="auto">
            <a:xfrm>
              <a:off x="756" y="3342"/>
              <a:ext cx="125"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4" name="Freeform 215"/>
            <p:cNvSpPr>
              <a:spLocks noGrp="1" noRot="1" noMove="1" noResize="1" noEditPoints="1" noAdjustHandles="1" noChangeArrowheads="1" noChangeShapeType="1"/>
            </p:cNvSpPr>
            <p:nvPr userDrawn="1"/>
          </p:nvSpPr>
          <p:spPr bwMode="auto">
            <a:xfrm>
              <a:off x="128" y="3342"/>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5" name="Freeform 216"/>
            <p:cNvSpPr>
              <a:spLocks noGrp="1" noRot="1" noMove="1" noResize="1" noEditPoints="1" noAdjustHandles="1" noChangeArrowheads="1" noChangeShapeType="1"/>
            </p:cNvSpPr>
            <p:nvPr userDrawn="1"/>
          </p:nvSpPr>
          <p:spPr bwMode="auto">
            <a:xfrm>
              <a:off x="379" y="3342"/>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6" name="Freeform 217"/>
            <p:cNvSpPr>
              <a:spLocks noGrp="1" noRot="1" noMove="1" noResize="1" noEditPoints="1" noAdjustHandles="1" noChangeArrowheads="1" noChangeShapeType="1"/>
            </p:cNvSpPr>
            <p:nvPr userDrawn="1"/>
          </p:nvSpPr>
          <p:spPr bwMode="auto">
            <a:xfrm>
              <a:off x="2" y="334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B18CCB"/>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7" name="Freeform 218"/>
            <p:cNvSpPr>
              <a:spLocks noGrp="1" noRot="1" noMove="1" noResize="1" noEditPoints="1" noAdjustHandles="1" noChangeArrowheads="1" noChangeShapeType="1"/>
            </p:cNvSpPr>
            <p:nvPr userDrawn="1"/>
          </p:nvSpPr>
          <p:spPr bwMode="auto">
            <a:xfrm>
              <a:off x="1007" y="324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8" name="Freeform 219"/>
            <p:cNvSpPr>
              <a:spLocks noGrp="1" noRot="1" noMove="1" noResize="1" noEditPoints="1" noAdjustHandles="1" noChangeArrowheads="1" noChangeShapeType="1"/>
            </p:cNvSpPr>
            <p:nvPr userDrawn="1"/>
          </p:nvSpPr>
          <p:spPr bwMode="auto">
            <a:xfrm>
              <a:off x="881"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9" name="Freeform 220"/>
            <p:cNvSpPr>
              <a:spLocks noGrp="1" noRot="1" noMove="1" noResize="1" noEditPoints="1" noAdjustHandles="1" noChangeArrowheads="1" noChangeShapeType="1"/>
            </p:cNvSpPr>
            <p:nvPr userDrawn="1"/>
          </p:nvSpPr>
          <p:spPr bwMode="auto">
            <a:xfrm>
              <a:off x="756" y="3244"/>
              <a:ext cx="125"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0" name="Freeform 221"/>
            <p:cNvSpPr>
              <a:spLocks noGrp="1" noRot="1" noMove="1" noResize="1" noEditPoints="1" noAdjustHandles="1" noChangeArrowheads="1" noChangeShapeType="1"/>
            </p:cNvSpPr>
            <p:nvPr userDrawn="1"/>
          </p:nvSpPr>
          <p:spPr bwMode="auto">
            <a:xfrm>
              <a:off x="1384"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1" name="Freeform 222"/>
            <p:cNvSpPr>
              <a:spLocks noGrp="1" noRot="1" noMove="1" noResize="1" noEditPoints="1" noAdjustHandles="1" noChangeArrowheads="1" noChangeShapeType="1"/>
            </p:cNvSpPr>
            <p:nvPr userDrawn="1"/>
          </p:nvSpPr>
          <p:spPr bwMode="auto">
            <a:xfrm>
              <a:off x="630"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2" name="Freeform 223"/>
            <p:cNvSpPr>
              <a:spLocks noGrp="1" noRot="1" noMove="1" noResize="1" noEditPoints="1" noAdjustHandles="1" noChangeArrowheads="1" noChangeShapeType="1"/>
            </p:cNvSpPr>
            <p:nvPr userDrawn="1"/>
          </p:nvSpPr>
          <p:spPr bwMode="auto">
            <a:xfrm>
              <a:off x="379"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3" name="Freeform 224"/>
            <p:cNvSpPr>
              <a:spLocks noGrp="1" noRot="1" noMove="1" noResize="1" noEditPoints="1" noAdjustHandles="1" noChangeArrowheads="1" noChangeShapeType="1"/>
            </p:cNvSpPr>
            <p:nvPr userDrawn="1"/>
          </p:nvSpPr>
          <p:spPr bwMode="auto">
            <a:xfrm>
              <a:off x="253" y="324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4" name="Freeform 225"/>
            <p:cNvSpPr>
              <a:spLocks noGrp="1" noRot="1" noMove="1" noResize="1" noEditPoints="1" noAdjustHandles="1" noChangeArrowheads="1" noChangeShapeType="1"/>
            </p:cNvSpPr>
            <p:nvPr userDrawn="1"/>
          </p:nvSpPr>
          <p:spPr bwMode="auto">
            <a:xfrm>
              <a:off x="2" y="324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5" name="Freeform 226"/>
            <p:cNvSpPr>
              <a:spLocks noGrp="1" noRot="1" noMove="1" noResize="1" noEditPoints="1" noAdjustHandles="1" noChangeArrowheads="1" noChangeShapeType="1"/>
            </p:cNvSpPr>
            <p:nvPr userDrawn="1"/>
          </p:nvSpPr>
          <p:spPr bwMode="auto">
            <a:xfrm>
              <a:off x="128" y="3146"/>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6" name="Freeform 227"/>
            <p:cNvSpPr>
              <a:spLocks noGrp="1" noRot="1" noMove="1" noResize="1" noEditPoints="1" noAdjustHandles="1" noChangeArrowheads="1" noChangeShapeType="1"/>
            </p:cNvSpPr>
            <p:nvPr userDrawn="1"/>
          </p:nvSpPr>
          <p:spPr bwMode="auto">
            <a:xfrm>
              <a:off x="1007" y="3146"/>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7" name="Freeform 228"/>
            <p:cNvSpPr>
              <a:spLocks noGrp="1" noRot="1" noMove="1" noResize="1" noEditPoints="1" noAdjustHandles="1" noChangeArrowheads="1" noChangeShapeType="1"/>
            </p:cNvSpPr>
            <p:nvPr userDrawn="1"/>
          </p:nvSpPr>
          <p:spPr bwMode="auto">
            <a:xfrm>
              <a:off x="1635" y="314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8" name="Freeform 229"/>
            <p:cNvSpPr>
              <a:spLocks noGrp="1" noRot="1" noMove="1" noResize="1" noEditPoints="1" noAdjustHandles="1" noChangeArrowheads="1" noChangeShapeType="1"/>
            </p:cNvSpPr>
            <p:nvPr userDrawn="1"/>
          </p:nvSpPr>
          <p:spPr bwMode="auto">
            <a:xfrm>
              <a:off x="1761" y="3146"/>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9" name="Freeform 230"/>
            <p:cNvSpPr>
              <a:spLocks noGrp="1" noRot="1" noMove="1" noResize="1" noEditPoints="1" noAdjustHandles="1" noChangeArrowheads="1" noChangeShapeType="1"/>
            </p:cNvSpPr>
            <p:nvPr userDrawn="1"/>
          </p:nvSpPr>
          <p:spPr bwMode="auto">
            <a:xfrm>
              <a:off x="2138" y="3146"/>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0" name="Freeform 231"/>
            <p:cNvSpPr>
              <a:spLocks noGrp="1" noRot="1" noMove="1" noResize="1" noEditPoints="1" noAdjustHandles="1" noChangeArrowheads="1" noChangeShapeType="1"/>
            </p:cNvSpPr>
            <p:nvPr userDrawn="1"/>
          </p:nvSpPr>
          <p:spPr bwMode="auto">
            <a:xfrm>
              <a:off x="630" y="3049"/>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1" name="Freeform 232"/>
            <p:cNvSpPr>
              <a:spLocks noGrp="1" noRot="1" noMove="1" noResize="1" noEditPoints="1" noAdjustHandles="1" noChangeArrowheads="1" noChangeShapeType="1"/>
            </p:cNvSpPr>
            <p:nvPr userDrawn="1"/>
          </p:nvSpPr>
          <p:spPr bwMode="auto">
            <a:xfrm>
              <a:off x="128" y="3049"/>
              <a:ext cx="125"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2" name="Freeform 233"/>
            <p:cNvSpPr>
              <a:spLocks noGrp="1" noRot="1" noMove="1" noResize="1" noEditPoints="1" noAdjustHandles="1" noChangeArrowheads="1" noChangeShapeType="1"/>
            </p:cNvSpPr>
            <p:nvPr userDrawn="1"/>
          </p:nvSpPr>
          <p:spPr bwMode="auto">
            <a:xfrm>
              <a:off x="505" y="3049"/>
              <a:ext cx="125" cy="195"/>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extrusionOk="0">
                  <a:moveTo>
                    <a:pt x="555" y="0"/>
                  </a:moveTo>
                  <a:lnTo>
                    <a:pt x="555" y="433"/>
                  </a:lnTo>
                  <a:lnTo>
                    <a:pt x="555" y="866"/>
                  </a:lnTo>
                  <a:lnTo>
                    <a:pt x="0" y="433"/>
                  </a:lnTo>
                  <a:lnTo>
                    <a:pt x="555"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3" name="Freeform 234"/>
            <p:cNvSpPr>
              <a:spLocks noGrp="1" noRot="1" noMove="1" noResize="1" noEditPoints="1" noAdjustHandles="1" noChangeArrowheads="1" noChangeShapeType="1"/>
            </p:cNvSpPr>
            <p:nvPr userDrawn="1"/>
          </p:nvSpPr>
          <p:spPr bwMode="auto">
            <a:xfrm>
              <a:off x="253" y="3049"/>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4" name="Freeform 235"/>
            <p:cNvSpPr>
              <a:spLocks noGrp="1" noRot="1" noMove="1" noResize="1" noEditPoints="1" noAdjustHandles="1" noChangeArrowheads="1" noChangeShapeType="1"/>
            </p:cNvSpPr>
            <p:nvPr userDrawn="1"/>
          </p:nvSpPr>
          <p:spPr bwMode="auto">
            <a:xfrm>
              <a:off x="2" y="3049"/>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5" name="Freeform 236"/>
            <p:cNvSpPr>
              <a:spLocks noGrp="1" noRot="1" noMove="1" noResize="1" noEditPoints="1" noAdjustHandles="1" noChangeArrowheads="1" noChangeShapeType="1"/>
            </p:cNvSpPr>
            <p:nvPr userDrawn="1"/>
          </p:nvSpPr>
          <p:spPr bwMode="auto">
            <a:xfrm>
              <a:off x="379" y="2951"/>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6" name="Freeform 237"/>
            <p:cNvSpPr>
              <a:spLocks noGrp="1" noRot="1" noMove="1" noResize="1" noEditPoints="1" noAdjustHandles="1" noChangeArrowheads="1" noChangeShapeType="1"/>
            </p:cNvSpPr>
            <p:nvPr userDrawn="1"/>
          </p:nvSpPr>
          <p:spPr bwMode="auto">
            <a:xfrm>
              <a:off x="128" y="2951"/>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7" name="Freeform 238"/>
            <p:cNvSpPr>
              <a:spLocks noGrp="1" noRot="1" noMove="1" noResize="1" noEditPoints="1" noAdjustHandles="1" noChangeArrowheads="1" noChangeShapeType="1"/>
            </p:cNvSpPr>
            <p:nvPr userDrawn="1"/>
          </p:nvSpPr>
          <p:spPr bwMode="auto">
            <a:xfrm>
              <a:off x="5660" y="2951"/>
              <a:ext cx="125" cy="195"/>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8" name="Freeform 239"/>
            <p:cNvSpPr>
              <a:spLocks noGrp="1" noRot="1" noMove="1" noResize="1" noEditPoints="1" noAdjustHandles="1" noChangeArrowheads="1" noChangeShapeType="1"/>
            </p:cNvSpPr>
            <p:nvPr userDrawn="1"/>
          </p:nvSpPr>
          <p:spPr bwMode="auto">
            <a:xfrm>
              <a:off x="756" y="2851"/>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9" name="Freeform 240"/>
            <p:cNvSpPr>
              <a:spLocks noGrp="1" noRot="1" noMove="1" noResize="1" noEditPoints="1" noAdjustHandles="1" noChangeArrowheads="1" noChangeShapeType="1"/>
            </p:cNvSpPr>
            <p:nvPr userDrawn="1"/>
          </p:nvSpPr>
          <p:spPr bwMode="auto">
            <a:xfrm>
              <a:off x="1133" y="2853"/>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CD3EE"/>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0" name="Freeform 241"/>
            <p:cNvSpPr>
              <a:spLocks noGrp="1" noRot="1" noMove="1" noResize="1" noEditPoints="1" noAdjustHandles="1" noChangeArrowheads="1" noChangeShapeType="1"/>
            </p:cNvSpPr>
            <p:nvPr userDrawn="1"/>
          </p:nvSpPr>
          <p:spPr bwMode="auto">
            <a:xfrm>
              <a:off x="881" y="285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1" name="Freeform 242"/>
            <p:cNvSpPr>
              <a:spLocks noGrp="1" noRot="1" noMove="1" noResize="1" noEditPoints="1" noAdjustHandles="1" noChangeArrowheads="1" noChangeShapeType="1"/>
            </p:cNvSpPr>
            <p:nvPr userDrawn="1"/>
          </p:nvSpPr>
          <p:spPr bwMode="auto">
            <a:xfrm>
              <a:off x="505" y="2853"/>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2" name="Freeform 243"/>
            <p:cNvSpPr>
              <a:spLocks noGrp="1" noRot="1" noMove="1" noResize="1" noEditPoints="1" noAdjustHandles="1" noChangeArrowheads="1" noChangeShapeType="1"/>
            </p:cNvSpPr>
            <p:nvPr userDrawn="1"/>
          </p:nvSpPr>
          <p:spPr bwMode="auto">
            <a:xfrm>
              <a:off x="756" y="285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3" name="Freeform 244"/>
            <p:cNvSpPr>
              <a:spLocks noGrp="1" noRot="1" noMove="1" noResize="1" noEditPoints="1" noAdjustHandles="1" noChangeArrowheads="1" noChangeShapeType="1"/>
            </p:cNvSpPr>
            <p:nvPr userDrawn="1"/>
          </p:nvSpPr>
          <p:spPr bwMode="auto">
            <a:xfrm>
              <a:off x="128" y="2853"/>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4" name="Freeform 245"/>
            <p:cNvSpPr>
              <a:spLocks noGrp="1" noRot="1" noMove="1" noResize="1" noEditPoints="1" noAdjustHandles="1" noChangeArrowheads="1" noChangeShapeType="1"/>
            </p:cNvSpPr>
            <p:nvPr userDrawn="1"/>
          </p:nvSpPr>
          <p:spPr bwMode="auto">
            <a:xfrm>
              <a:off x="379" y="2755"/>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5" name="Freeform 246"/>
            <p:cNvSpPr>
              <a:spLocks noGrp="1" noRot="1" noMove="1" noResize="1" noEditPoints="1" noAdjustHandles="1" noChangeArrowheads="1" noChangeShapeType="1"/>
            </p:cNvSpPr>
            <p:nvPr userDrawn="1"/>
          </p:nvSpPr>
          <p:spPr bwMode="auto">
            <a:xfrm>
              <a:off x="253" y="275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6" name="Freeform 247"/>
            <p:cNvSpPr>
              <a:spLocks noGrp="1" noRot="1" noMove="1" noResize="1" noEditPoints="1" noAdjustHandles="1" noChangeArrowheads="1" noChangeShapeType="1"/>
            </p:cNvSpPr>
            <p:nvPr userDrawn="1"/>
          </p:nvSpPr>
          <p:spPr bwMode="auto">
            <a:xfrm>
              <a:off x="630" y="2755"/>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7" name="Freeform 248"/>
            <p:cNvSpPr>
              <a:spLocks noGrp="1" noRot="1" noMove="1" noResize="1" noEditPoints="1" noAdjustHandles="1" noChangeArrowheads="1" noChangeShapeType="1"/>
            </p:cNvSpPr>
            <p:nvPr userDrawn="1"/>
          </p:nvSpPr>
          <p:spPr bwMode="auto">
            <a:xfrm>
              <a:off x="128" y="2657"/>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8" name="Freeform 249"/>
            <p:cNvSpPr>
              <a:spLocks noGrp="1" noRot="1" noMove="1" noResize="1" noEditPoints="1" noAdjustHandles="1" noChangeArrowheads="1" noChangeShapeType="1"/>
            </p:cNvSpPr>
            <p:nvPr userDrawn="1"/>
          </p:nvSpPr>
          <p:spPr bwMode="auto">
            <a:xfrm>
              <a:off x="2" y="265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9" name="Freeform 250"/>
            <p:cNvSpPr>
              <a:spLocks noGrp="1" noRot="1" noMove="1" noResize="1" noEditPoints="1" noAdjustHandles="1" noChangeArrowheads="1" noChangeShapeType="1"/>
            </p:cNvSpPr>
            <p:nvPr userDrawn="1"/>
          </p:nvSpPr>
          <p:spPr bwMode="auto">
            <a:xfrm>
              <a:off x="2" y="2266"/>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0" name="Freeform 251"/>
            <p:cNvSpPr>
              <a:spLocks noGrp="1" noRot="1" noMove="1" noResize="1" noEditPoints="1" noAdjustHandles="1" noChangeArrowheads="1" noChangeShapeType="1"/>
            </p:cNvSpPr>
            <p:nvPr userDrawn="1"/>
          </p:nvSpPr>
          <p:spPr bwMode="auto">
            <a:xfrm>
              <a:off x="379" y="2462"/>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1" name="Freeform 252"/>
            <p:cNvSpPr>
              <a:spLocks noGrp="1" noRot="1" noMove="1" noResize="1" noEditPoints="1" noAdjustHandles="1" noChangeArrowheads="1" noChangeShapeType="1"/>
            </p:cNvSpPr>
            <p:nvPr userDrawn="1"/>
          </p:nvSpPr>
          <p:spPr bwMode="auto">
            <a:xfrm>
              <a:off x="2" y="2559"/>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pic>
        <p:nvPicPr>
          <p:cNvPr id="14" name="UNIVERSITÄT PADERBORN Logo"/>
          <p:cNvPicPr>
            <a:picLocks noGrp="1" noRot="1" noChangeAspect="1" noMove="1" noResize="1" noEditPoints="1" noAdjustHandles="1" noChangeArrowheads="1" noChangeShapeType="1" noCrop="1"/>
          </p:cNvPicPr>
          <p:nvPr userDrawn="1"/>
        </p:nvPicPr>
        <p:blipFill>
          <a:blip r:embed="rId2"/>
          <a:stretch/>
        </p:blipFill>
        <p:spPr bwMode="auto">
          <a:xfrm>
            <a:off x="306883" y="307090"/>
            <a:ext cx="1692000" cy="688834"/>
          </a:xfrm>
          <a:prstGeom prst="rect">
            <a:avLst/>
          </a:prstGeom>
        </p:spPr>
      </p:pic>
      <p:sp>
        <p:nvSpPr>
          <p:cNvPr id="2" name="Headline"/>
          <p:cNvSpPr>
            <a:spLocks noGrp="1"/>
          </p:cNvSpPr>
          <p:nvPr>
            <p:ph type="ctrTitle" hasCustomPrompt="1"/>
          </p:nvPr>
        </p:nvSpPr>
        <p:spPr bwMode="auto">
          <a:xfrm>
            <a:off x="2459037" y="2751138"/>
            <a:ext cx="7273925" cy="1512000"/>
          </a:xfrm>
        </p:spPr>
        <p:txBody>
          <a:bodyPr anchor="t" anchorCtr="0"/>
          <a:lstStyle>
            <a:lvl1pPr algn="ctr">
              <a:defRPr sz="3000"/>
            </a:lvl1pPr>
          </a:lstStyle>
          <a:p>
            <a:pPr>
              <a:defRPr/>
            </a:pPr>
            <a:r>
              <a:rPr lang="de-DE"/>
              <a:t>Trennseite mit Nummerierung oben rechts, sollte ausschließlich für Hauptkapitel verwendet werden. </a:t>
            </a:r>
            <a:endParaRPr/>
          </a:p>
        </p:txBody>
      </p:sp>
      <p:sp>
        <p:nvSpPr>
          <p:cNvPr id="20" name="Fähnchen"/>
          <p:cNvSpPr>
            <a:spLocks noGrp="1"/>
          </p:cNvSpPr>
          <p:nvPr>
            <p:ph type="body" orient="vert" idx="1" hasCustomPrompt="1"/>
          </p:nvPr>
        </p:nvSpPr>
        <p:spPr bwMode="auto">
          <a:xfrm>
            <a:off x="10597212" y="0"/>
            <a:ext cx="797863" cy="1085850"/>
          </a:xfrm>
          <a:custGeom>
            <a:avLst/>
            <a:gdLst>
              <a:gd name="connsiteX0" fmla="*/ 0 w 797863"/>
              <a:gd name="connsiteY0" fmla="*/ 0 h 1085850"/>
              <a:gd name="connsiteX1" fmla="*/ 797863 w 797863"/>
              <a:gd name="connsiteY1" fmla="*/ 0 h 1085850"/>
              <a:gd name="connsiteX2" fmla="*/ 797863 w 797863"/>
              <a:gd name="connsiteY2" fmla="*/ 1085850 h 1085850"/>
              <a:gd name="connsiteX3" fmla="*/ 797503 w 797863"/>
              <a:gd name="connsiteY3" fmla="*/ 1085850 h 1085850"/>
              <a:gd name="connsiteX4" fmla="*/ 398931 w 797863"/>
              <a:gd name="connsiteY4" fmla="*/ 775453 h 1085850"/>
              <a:gd name="connsiteX5" fmla="*/ 360 w 797863"/>
              <a:gd name="connsiteY5" fmla="*/ 1085850 h 1085850"/>
              <a:gd name="connsiteX6" fmla="*/ 0 w 797863"/>
              <a:gd name="connsiteY6" fmla="*/ 1085850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7863" h="1085850" extrusionOk="0">
                <a:moveTo>
                  <a:pt x="0" y="0"/>
                </a:moveTo>
                <a:lnTo>
                  <a:pt x="797863" y="0"/>
                </a:lnTo>
                <a:lnTo>
                  <a:pt x="797863" y="1085850"/>
                </a:lnTo>
                <a:lnTo>
                  <a:pt x="797503" y="1085850"/>
                </a:lnTo>
                <a:lnTo>
                  <a:pt x="398931" y="775453"/>
                </a:lnTo>
                <a:lnTo>
                  <a:pt x="360" y="1085850"/>
                </a:lnTo>
                <a:lnTo>
                  <a:pt x="0" y="1085850"/>
                </a:lnTo>
                <a:close/>
              </a:path>
            </a:pathLst>
          </a:custGeom>
          <a:solidFill>
            <a:schemeClr val="accent6"/>
          </a:solidFill>
        </p:spPr>
        <p:txBody>
          <a:bodyPr vert="horz" wrap="square" tIns="194400" numCol="1">
            <a:noAutofit/>
          </a:bodyPr>
          <a:lstStyle>
            <a:lvl1pPr marL="0" indent="0" algn="ctr">
              <a:lnSpc>
                <a:spcPct val="100000"/>
              </a:lnSpc>
              <a:spcBef>
                <a:spcPts val="0"/>
              </a:spcBef>
              <a:spcAft>
                <a:spcPts val="0"/>
              </a:spcAft>
              <a:buFont typeface="+mj-lt"/>
              <a:buNone/>
              <a:defRPr sz="3500">
                <a:solidFill>
                  <a:schemeClr val="bg1"/>
                </a:solidFill>
                <a:latin typeface="+mj-lt"/>
              </a:defRPr>
            </a:lvl1pPr>
            <a:lvl2pPr marL="0" indent="0" algn="ctr">
              <a:lnSpc>
                <a:spcPct val="100000"/>
              </a:lnSpc>
              <a:spcBef>
                <a:spcPts val="0"/>
              </a:spcBef>
              <a:spcAft>
                <a:spcPts val="0"/>
              </a:spcAft>
              <a:buFont typeface="+mj-lt"/>
              <a:buNone/>
              <a:defRPr sz="3500">
                <a:solidFill>
                  <a:schemeClr val="bg1"/>
                </a:solidFill>
                <a:latin typeface="+mj-lt"/>
              </a:defRPr>
            </a:lvl2pPr>
            <a:lvl3pPr marL="0" indent="0" algn="ctr">
              <a:lnSpc>
                <a:spcPct val="100000"/>
              </a:lnSpc>
              <a:spcBef>
                <a:spcPts val="0"/>
              </a:spcBef>
              <a:spcAft>
                <a:spcPts val="0"/>
              </a:spcAft>
              <a:buFont typeface="+mj-lt"/>
              <a:buNone/>
              <a:defRPr sz="3500">
                <a:solidFill>
                  <a:schemeClr val="bg1"/>
                </a:solidFill>
                <a:latin typeface="+mj-lt"/>
              </a:defRPr>
            </a:lvl3pPr>
            <a:lvl4pPr marL="0" indent="0" algn="ctr">
              <a:lnSpc>
                <a:spcPct val="100000"/>
              </a:lnSpc>
              <a:spcBef>
                <a:spcPts val="0"/>
              </a:spcBef>
              <a:spcAft>
                <a:spcPts val="0"/>
              </a:spcAft>
              <a:buFont typeface="+mj-lt"/>
              <a:buNone/>
              <a:defRPr sz="3500">
                <a:solidFill>
                  <a:schemeClr val="bg1"/>
                </a:solidFill>
                <a:latin typeface="+mj-lt"/>
              </a:defRPr>
            </a:lvl4pPr>
            <a:lvl5pPr marL="0" indent="0" algn="ctr">
              <a:lnSpc>
                <a:spcPct val="100000"/>
              </a:lnSpc>
              <a:spcBef>
                <a:spcPts val="0"/>
              </a:spcBef>
              <a:spcAft>
                <a:spcPts val="0"/>
              </a:spcAft>
              <a:buFont typeface="+mj-lt"/>
              <a:buNone/>
              <a:defRPr sz="3500">
                <a:solidFill>
                  <a:schemeClr val="bg1"/>
                </a:solidFill>
                <a:latin typeface="+mj-lt"/>
              </a:defRPr>
            </a:lvl5pPr>
            <a:lvl6pPr marL="0" indent="0" algn="ctr">
              <a:lnSpc>
                <a:spcPct val="100000"/>
              </a:lnSpc>
              <a:spcBef>
                <a:spcPts val="0"/>
              </a:spcBef>
              <a:spcAft>
                <a:spcPts val="0"/>
              </a:spcAft>
              <a:buFont typeface="+mj-lt"/>
              <a:buNone/>
              <a:defRPr sz="3500">
                <a:solidFill>
                  <a:schemeClr val="bg1"/>
                </a:solidFill>
                <a:latin typeface="+mj-lt"/>
              </a:defRPr>
            </a:lvl6pPr>
            <a:lvl7pPr marL="0" indent="0" algn="ctr">
              <a:lnSpc>
                <a:spcPct val="100000"/>
              </a:lnSpc>
              <a:spcBef>
                <a:spcPts val="0"/>
              </a:spcBef>
              <a:spcAft>
                <a:spcPts val="0"/>
              </a:spcAft>
              <a:buFont typeface="+mj-lt"/>
              <a:buNone/>
              <a:defRPr sz="3500">
                <a:solidFill>
                  <a:schemeClr val="bg1"/>
                </a:solidFill>
                <a:latin typeface="+mj-lt"/>
              </a:defRPr>
            </a:lvl7pPr>
            <a:lvl8pPr marL="0" indent="0" algn="ctr">
              <a:lnSpc>
                <a:spcPct val="100000"/>
              </a:lnSpc>
              <a:spcBef>
                <a:spcPts val="0"/>
              </a:spcBef>
              <a:spcAft>
                <a:spcPts val="0"/>
              </a:spcAft>
              <a:buFont typeface="+mj-lt"/>
              <a:buNone/>
              <a:defRPr sz="3500">
                <a:solidFill>
                  <a:schemeClr val="bg1"/>
                </a:solidFill>
                <a:latin typeface="+mj-lt"/>
              </a:defRPr>
            </a:lvl8pPr>
            <a:lvl9pPr marL="0" indent="0" algn="ctr">
              <a:lnSpc>
                <a:spcPct val="100000"/>
              </a:lnSpc>
              <a:spcBef>
                <a:spcPts val="0"/>
              </a:spcBef>
              <a:spcAft>
                <a:spcPts val="0"/>
              </a:spcAft>
              <a:buFont typeface="+mj-lt"/>
              <a:buNone/>
              <a:defRPr sz="3500">
                <a:solidFill>
                  <a:schemeClr val="bg1"/>
                </a:solidFill>
                <a:latin typeface="+mj-lt"/>
              </a:defRPr>
            </a:lvl9pPr>
          </a:lstStyle>
          <a:p>
            <a:pPr>
              <a:defRPr/>
            </a:pPr>
            <a:r>
              <a:rPr lang="de-DE"/>
              <a:t>#</a:t>
            </a:r>
            <a:endParaRPr/>
          </a:p>
        </p:txBody>
      </p:sp>
      <p:sp>
        <p:nvSpPr>
          <p:cNvPr id="273" name="Foliennummer"/>
          <p:cNvSpPr>
            <a:spLocks noGrp="1"/>
          </p:cNvSpPr>
          <p:nvPr>
            <p:ph type="sldNum" sz="quarter" idx="11"/>
          </p:nvPr>
        </p:nvSpPr>
        <p:spPr bwMode="auto">
          <a:xfrm>
            <a:off x="11089560" y="7200000"/>
            <a:ext cx="504000" cy="185738"/>
          </a:xfrm>
          <a:prstGeom prst="rect">
            <a:avLst/>
          </a:prstGeom>
          <a:solidFill>
            <a:srgbClr val="E6E6E6"/>
          </a:solidFill>
        </p:spPr>
        <p:txBody>
          <a:bodyPr/>
          <a:lstStyle>
            <a:lvl1pPr>
              <a:defRPr>
                <a:solidFill>
                  <a:srgbClr val="E6E6E6"/>
                </a:solidFill>
              </a:defRPr>
            </a:lvl1pPr>
          </a:lstStyle>
          <a:p>
            <a:pPr>
              <a:defRPr/>
            </a:pPr>
            <a:fld id="{11DE32AD-F86D-4804-839F-80A6732D429D}" type="slidenum">
              <a:rPr lang="de-DE"/>
              <a:t>‹#›</a:t>
            </a:fld>
            <a:endParaRPr lang="de-DE"/>
          </a:p>
        </p:txBody>
      </p:sp>
      <p:sp>
        <p:nvSpPr>
          <p:cNvPr id="274" name="Fußzeile"/>
          <p:cNvSpPr>
            <a:spLocks noGrp="1"/>
          </p:cNvSpPr>
          <p:nvPr>
            <p:ph type="ftr" sz="quarter" idx="10"/>
          </p:nvPr>
        </p:nvSpPr>
        <p:spPr bwMode="auto">
          <a:xfrm>
            <a:off x="421200" y="7200000"/>
            <a:ext cx="25400" cy="185738"/>
          </a:xfrm>
          <a:prstGeom prst="rect">
            <a:avLst/>
          </a:prstGeom>
          <a:solidFill>
            <a:srgbClr val="E6E6E6"/>
          </a:solidFill>
        </p:spPr>
        <p:txBody>
          <a:bodyPr/>
          <a:lstStyle>
            <a:lvl1pPr>
              <a:defRPr>
                <a:solidFill>
                  <a:srgbClr val="E6E6E6"/>
                </a:solidFill>
              </a:defRPr>
            </a:lvl1pPr>
          </a:lstStyle>
          <a:p>
            <a:pPr>
              <a:defRPr/>
            </a:pPr>
            <a:r>
              <a:rPr lang="de-DE"/>
              <a:t>Prof. Dr. Oliver Müller | Diagnosing and Mitigating Shortcut Learning in ML-Based IS Research | September 2023</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 preserve="1" userDrawn="1">
  <p:cSld name="Headline / Inhalt">
    <p:spTree>
      <p:nvGrpSpPr>
        <p:cNvPr id="1" name=""/>
        <p:cNvGrpSpPr/>
        <p:nvPr/>
      </p:nvGrpSpPr>
      <p:grpSpPr bwMode="auto">
        <a:xfrm>
          <a:off x="0" y="0"/>
          <a:ext cx="0" cy="0"/>
          <a:chOff x="0" y="0"/>
          <a:chExt cx="0" cy="0"/>
        </a:xfrm>
      </p:grpSpPr>
      <p:sp>
        <p:nvSpPr>
          <p:cNvPr id="6" name="Foliennummer"/>
          <p:cNvSpPr>
            <a:spLocks noGrp="1"/>
          </p:cNvSpPr>
          <p:nvPr>
            <p:ph type="sldNum" sz="quarter" idx="12"/>
          </p:nvPr>
        </p:nvSpPr>
        <p:spPr bwMode="auto"/>
        <p:txBody>
          <a:bodyPr/>
          <a:lstStyle/>
          <a:p>
            <a:pPr>
              <a:defRPr/>
            </a:pPr>
            <a:fld id="{E6AA5693-5562-46BF-BAF4-16238AB6C896}" type="slidenum">
              <a:rPr lang="de-DE"/>
              <a:t>‹#›</a:t>
            </a:fld>
            <a:endParaRPr lang="de-DE"/>
          </a:p>
        </p:txBody>
      </p:sp>
      <p:sp>
        <p:nvSpPr>
          <p:cNvPr id="5" name="Fußzeile"/>
          <p:cNvSpPr>
            <a:spLocks noGrp="1"/>
          </p:cNvSpPr>
          <p:nvPr>
            <p:ph type="ftr" sz="quarter" idx="11"/>
          </p:nvPr>
        </p:nvSpPr>
        <p:spPr bwMode="auto"/>
        <p:txBody>
          <a:bodyPr/>
          <a:lstStyle>
            <a:lvl1pPr>
              <a:defRPr/>
            </a:lvl1pPr>
          </a:lstStyle>
          <a:p>
            <a:pPr>
              <a:defRPr/>
            </a:pPr>
            <a:r>
              <a:rPr lang="en-US" noProof="0" dirty="0"/>
              <a:t>Prof. Dr. Oliver Müller | DC2HEAT | January 2026</a:t>
            </a:r>
          </a:p>
        </p:txBody>
      </p:sp>
      <p:sp>
        <p:nvSpPr>
          <p:cNvPr id="3" name="Inhalt"/>
          <p:cNvSpPr>
            <a:spLocks noGrp="1"/>
          </p:cNvSpPr>
          <p:nvPr>
            <p:ph idx="1" hasCustomPrompt="1"/>
          </p:nvPr>
        </p:nvSpPr>
        <p:spPr bwMode="auto"/>
        <p:txBody>
          <a:bodyPr/>
          <a:lstStyle/>
          <a:p>
            <a:pPr lvl="0">
              <a:defRPr/>
            </a:pPr>
            <a:r>
              <a:rPr lang="de-DE"/>
              <a:t>Bitte fügen Sie hier Ihren Text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2" name="Headline"/>
          <p:cNvSpPr>
            <a:spLocks noGrp="1"/>
          </p:cNvSpPr>
          <p:nvPr>
            <p:ph type="title" hasCustomPrompt="1"/>
          </p:nvPr>
        </p:nvSpPr>
        <p:spPr bwMode="auto"/>
        <p:txBody>
          <a:bodyPr/>
          <a:lstStyle>
            <a:lvl1pPr>
              <a:defRPr/>
            </a:lvl1pPr>
          </a:lstStyle>
          <a:p>
            <a:pPr>
              <a:defRPr/>
            </a:pPr>
            <a:r>
              <a:rPr lang="de-DE"/>
              <a:t>Überschrift</a:t>
            </a:r>
            <a:br>
              <a:rPr lang="de-DE"/>
            </a:br>
            <a:r>
              <a:rPr lang="de-DE"/>
              <a:t>maximal zwei Zeilen</a:t>
            </a:r>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Headline / 2 Inhalte">
    <p:spTree>
      <p:nvGrpSpPr>
        <p:cNvPr id="1" name=""/>
        <p:cNvGrpSpPr/>
        <p:nvPr/>
      </p:nvGrpSpPr>
      <p:grpSpPr bwMode="auto">
        <a:xfrm>
          <a:off x="0" y="0"/>
          <a:ext cx="0" cy="0"/>
          <a:chOff x="0" y="0"/>
          <a:chExt cx="0" cy="0"/>
        </a:xfrm>
      </p:grpSpPr>
      <p:sp>
        <p:nvSpPr>
          <p:cNvPr id="6" name="Foliennummer"/>
          <p:cNvSpPr>
            <a:spLocks noGrp="1"/>
          </p:cNvSpPr>
          <p:nvPr>
            <p:ph type="sldNum" sz="quarter" idx="12"/>
          </p:nvPr>
        </p:nvSpPr>
        <p:spPr bwMode="auto"/>
        <p:txBody>
          <a:bodyPr/>
          <a:lstStyle/>
          <a:p>
            <a:pPr>
              <a:defRPr/>
            </a:pPr>
            <a:fld id="{E6AA5693-5562-46BF-BAF4-16238AB6C896}" type="slidenum">
              <a:rPr lang="de-DE"/>
              <a:t>‹#›</a:t>
            </a:fld>
            <a:endParaRPr lang="de-DE"/>
          </a:p>
        </p:txBody>
      </p:sp>
      <p:sp>
        <p:nvSpPr>
          <p:cNvPr id="5" name="Fußzeile"/>
          <p:cNvSpPr>
            <a:spLocks noGrp="1"/>
          </p:cNvSpPr>
          <p:nvPr>
            <p:ph type="ftr" sz="quarter" idx="11"/>
          </p:nvPr>
        </p:nvSpPr>
        <p:spPr bwMode="auto"/>
        <p:txBody>
          <a:bodyPr/>
          <a:lstStyle>
            <a:lvl1pPr>
              <a:defRPr/>
            </a:lvl1pPr>
          </a:lstStyle>
          <a:p>
            <a:pPr>
              <a:defRPr/>
            </a:pPr>
            <a:r>
              <a:rPr lang="en-US" noProof="0" dirty="0"/>
              <a:t>Prof. Dr. Oliver Müller | DC2HEAT | January 2026</a:t>
            </a:r>
          </a:p>
        </p:txBody>
      </p:sp>
      <p:sp>
        <p:nvSpPr>
          <p:cNvPr id="3" name="Inhalt"/>
          <p:cNvSpPr>
            <a:spLocks noGrp="1"/>
          </p:cNvSpPr>
          <p:nvPr>
            <p:ph idx="1" hasCustomPrompt="1"/>
          </p:nvPr>
        </p:nvSpPr>
        <p:spPr bwMode="auto">
          <a:xfrm>
            <a:off x="422275" y="2263775"/>
            <a:ext cx="5385966" cy="3505199"/>
          </a:xfrm>
        </p:spPr>
        <p:txBody>
          <a:bodyPr/>
          <a:lstStyle/>
          <a:p>
            <a:pPr lvl="0">
              <a:defRPr/>
            </a:pPr>
            <a:r>
              <a:rPr lang="de-DE"/>
              <a:t>Bitte fügen Sie hier Ihren Text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2" name="Headline"/>
          <p:cNvSpPr>
            <a:spLocks noGrp="1"/>
          </p:cNvSpPr>
          <p:nvPr>
            <p:ph type="title" hasCustomPrompt="1"/>
          </p:nvPr>
        </p:nvSpPr>
        <p:spPr bwMode="auto"/>
        <p:txBody>
          <a:bodyPr/>
          <a:lstStyle>
            <a:lvl1pPr>
              <a:defRPr/>
            </a:lvl1pPr>
          </a:lstStyle>
          <a:p>
            <a:pPr>
              <a:defRPr/>
            </a:pPr>
            <a:r>
              <a:rPr lang="de-DE"/>
              <a:t>Überschrift</a:t>
            </a:r>
            <a:br>
              <a:rPr lang="de-DE"/>
            </a:br>
            <a:r>
              <a:rPr lang="de-DE"/>
              <a:t>maximal zwei Zeilen</a:t>
            </a:r>
            <a:endParaRPr/>
          </a:p>
        </p:txBody>
      </p:sp>
      <p:sp>
        <p:nvSpPr>
          <p:cNvPr id="7" name="Inhalt"/>
          <p:cNvSpPr>
            <a:spLocks noGrp="1"/>
          </p:cNvSpPr>
          <p:nvPr>
            <p:ph idx="13" hasCustomPrompt="1"/>
          </p:nvPr>
        </p:nvSpPr>
        <p:spPr bwMode="auto">
          <a:xfrm>
            <a:off x="6385346" y="2263775"/>
            <a:ext cx="5385966" cy="3505199"/>
          </a:xfrm>
        </p:spPr>
        <p:txBody>
          <a:bodyPr/>
          <a:lstStyle/>
          <a:p>
            <a:pPr lvl="0">
              <a:defRPr/>
            </a:pPr>
            <a:r>
              <a:rPr lang="de-DE"/>
              <a:t>Bitte fügen Sie hier Ihren Text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Headline / Zwischenüberschrift / 2 Inhalte">
    <p:spTree>
      <p:nvGrpSpPr>
        <p:cNvPr id="1" name=""/>
        <p:cNvGrpSpPr/>
        <p:nvPr/>
      </p:nvGrpSpPr>
      <p:grpSpPr bwMode="auto">
        <a:xfrm>
          <a:off x="0" y="0"/>
          <a:ext cx="0" cy="0"/>
          <a:chOff x="0" y="0"/>
          <a:chExt cx="0" cy="0"/>
        </a:xfrm>
      </p:grpSpPr>
      <p:sp>
        <p:nvSpPr>
          <p:cNvPr id="6" name="Foliennummer"/>
          <p:cNvSpPr>
            <a:spLocks noGrp="1"/>
          </p:cNvSpPr>
          <p:nvPr>
            <p:ph type="sldNum" sz="quarter" idx="12"/>
          </p:nvPr>
        </p:nvSpPr>
        <p:spPr bwMode="auto"/>
        <p:txBody>
          <a:bodyPr/>
          <a:lstStyle/>
          <a:p>
            <a:pPr>
              <a:defRPr/>
            </a:pPr>
            <a:fld id="{E6AA5693-5562-46BF-BAF4-16238AB6C896}" type="slidenum">
              <a:rPr lang="de-DE"/>
              <a:t>‹#›</a:t>
            </a:fld>
            <a:endParaRPr lang="de-DE"/>
          </a:p>
        </p:txBody>
      </p:sp>
      <p:sp>
        <p:nvSpPr>
          <p:cNvPr id="5" name="Fußzeile"/>
          <p:cNvSpPr>
            <a:spLocks noGrp="1"/>
          </p:cNvSpPr>
          <p:nvPr>
            <p:ph type="ftr" sz="quarter" idx="11"/>
          </p:nvPr>
        </p:nvSpPr>
        <p:spPr bwMode="auto"/>
        <p:txBody>
          <a:bodyPr/>
          <a:lstStyle>
            <a:lvl1pPr>
              <a:defRPr/>
            </a:lvl1pPr>
          </a:lstStyle>
          <a:p>
            <a:pPr>
              <a:defRPr/>
            </a:pPr>
            <a:r>
              <a:rPr lang="en-US" noProof="0" dirty="0"/>
              <a:t>Prof. Dr. Oliver Müller | DC2HEAT | January 2026</a:t>
            </a:r>
          </a:p>
        </p:txBody>
      </p:sp>
      <p:sp>
        <p:nvSpPr>
          <p:cNvPr id="3" name="Inhalt"/>
          <p:cNvSpPr>
            <a:spLocks noGrp="1"/>
          </p:cNvSpPr>
          <p:nvPr>
            <p:ph idx="1" hasCustomPrompt="1"/>
          </p:nvPr>
        </p:nvSpPr>
        <p:spPr bwMode="auto">
          <a:xfrm>
            <a:off x="422275" y="2276476"/>
            <a:ext cx="5385966" cy="3492500"/>
          </a:xfrm>
        </p:spPr>
        <p:txBody>
          <a:bodyPr/>
          <a:lstStyle/>
          <a:p>
            <a:pPr lvl="0">
              <a:defRPr/>
            </a:pPr>
            <a:r>
              <a:rPr lang="de-DE"/>
              <a:t>Bitte fügen Sie hier Ihren Text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2" name="Headline"/>
          <p:cNvSpPr>
            <a:spLocks noGrp="1"/>
          </p:cNvSpPr>
          <p:nvPr>
            <p:ph type="title" hasCustomPrompt="1"/>
          </p:nvPr>
        </p:nvSpPr>
        <p:spPr bwMode="auto">
          <a:xfrm>
            <a:off x="422275" y="1246189"/>
            <a:ext cx="11349038" cy="470851"/>
          </a:xfrm>
        </p:spPr>
        <p:txBody>
          <a:bodyPr/>
          <a:lstStyle>
            <a:lvl1pPr>
              <a:defRPr/>
            </a:lvl1pPr>
          </a:lstStyle>
          <a:p>
            <a:pPr>
              <a:defRPr/>
            </a:pPr>
            <a:r>
              <a:rPr lang="de-DE"/>
              <a:t>Überschrift maximal eine Zeile</a:t>
            </a:r>
            <a:endParaRPr/>
          </a:p>
        </p:txBody>
      </p:sp>
      <p:sp>
        <p:nvSpPr>
          <p:cNvPr id="7" name="Inhalt"/>
          <p:cNvSpPr>
            <a:spLocks noGrp="1"/>
          </p:cNvSpPr>
          <p:nvPr>
            <p:ph idx="13" hasCustomPrompt="1"/>
          </p:nvPr>
        </p:nvSpPr>
        <p:spPr bwMode="auto">
          <a:xfrm>
            <a:off x="6385346" y="2276476"/>
            <a:ext cx="5385966" cy="3492500"/>
          </a:xfrm>
        </p:spPr>
        <p:txBody>
          <a:bodyPr/>
          <a:lstStyle/>
          <a:p>
            <a:pPr lvl="0">
              <a:defRPr/>
            </a:pPr>
            <a:r>
              <a:rPr lang="de-DE"/>
              <a:t>Bitte fügen Sie hier Ihren Text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13" name="Textplatzhalter 12"/>
          <p:cNvSpPr>
            <a:spLocks noGrp="1"/>
          </p:cNvSpPr>
          <p:nvPr>
            <p:ph type="body" sz="quarter" idx="14" hasCustomPrompt="1"/>
          </p:nvPr>
        </p:nvSpPr>
        <p:spPr bwMode="auto">
          <a:xfrm>
            <a:off x="420688" y="1823617"/>
            <a:ext cx="5395912" cy="406558"/>
          </a:xfrm>
        </p:spPr>
        <p:txBody>
          <a:bodyPr/>
          <a:lstStyle>
            <a:lvl1pPr>
              <a:defRPr sz="2000" b="1">
                <a:solidFill>
                  <a:schemeClr val="tx2"/>
                </a:solidFill>
              </a:defRPr>
            </a:lvl1pPr>
          </a:lstStyle>
          <a:p>
            <a:pPr lvl="0">
              <a:defRPr/>
            </a:pPr>
            <a:r>
              <a:rPr lang="de-DE"/>
              <a:t>Zwischenüberschrift</a:t>
            </a:r>
            <a:endParaRPr/>
          </a:p>
        </p:txBody>
      </p:sp>
      <p:sp>
        <p:nvSpPr>
          <p:cNvPr id="14" name="Textplatzhalter 12"/>
          <p:cNvSpPr>
            <a:spLocks noGrp="1"/>
          </p:cNvSpPr>
          <p:nvPr>
            <p:ph type="body" sz="quarter" idx="15" hasCustomPrompt="1"/>
          </p:nvPr>
        </p:nvSpPr>
        <p:spPr bwMode="auto">
          <a:xfrm>
            <a:off x="6381650" y="1823617"/>
            <a:ext cx="5395912" cy="406558"/>
          </a:xfrm>
        </p:spPr>
        <p:txBody>
          <a:bodyPr/>
          <a:lstStyle>
            <a:lvl1pPr>
              <a:defRPr sz="2000" b="1">
                <a:solidFill>
                  <a:schemeClr val="tx2"/>
                </a:solidFill>
              </a:defRPr>
            </a:lvl1pPr>
          </a:lstStyle>
          <a:p>
            <a:pPr lvl="0">
              <a:defRPr/>
            </a:pPr>
            <a:r>
              <a:rPr lang="de-DE"/>
              <a:t>Zwischenüberschrift</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Headline / Text / Bild">
    <p:spTree>
      <p:nvGrpSpPr>
        <p:cNvPr id="1" name=""/>
        <p:cNvGrpSpPr/>
        <p:nvPr/>
      </p:nvGrpSpPr>
      <p:grpSpPr bwMode="auto">
        <a:xfrm>
          <a:off x="0" y="0"/>
          <a:ext cx="0" cy="0"/>
          <a:chOff x="0" y="0"/>
          <a:chExt cx="0" cy="0"/>
        </a:xfrm>
      </p:grpSpPr>
      <p:sp>
        <p:nvSpPr>
          <p:cNvPr id="6" name="Foliennummer"/>
          <p:cNvSpPr>
            <a:spLocks noGrp="1"/>
          </p:cNvSpPr>
          <p:nvPr>
            <p:ph type="sldNum" sz="quarter" idx="12"/>
          </p:nvPr>
        </p:nvSpPr>
        <p:spPr bwMode="auto"/>
        <p:txBody>
          <a:bodyPr/>
          <a:lstStyle/>
          <a:p>
            <a:pPr>
              <a:defRPr/>
            </a:pPr>
            <a:fld id="{E6AA5693-5562-46BF-BAF4-16238AB6C896}" type="slidenum">
              <a:rPr lang="de-DE"/>
              <a:t>‹#›</a:t>
            </a:fld>
            <a:endParaRPr lang="de-DE"/>
          </a:p>
        </p:txBody>
      </p:sp>
      <p:sp>
        <p:nvSpPr>
          <p:cNvPr id="5" name="Fußzeile"/>
          <p:cNvSpPr>
            <a:spLocks noGrp="1"/>
          </p:cNvSpPr>
          <p:nvPr>
            <p:ph type="ftr" sz="quarter" idx="11"/>
          </p:nvPr>
        </p:nvSpPr>
        <p:spPr bwMode="auto"/>
        <p:txBody>
          <a:bodyPr/>
          <a:lstStyle>
            <a:lvl1pPr>
              <a:defRPr/>
            </a:lvl1pPr>
          </a:lstStyle>
          <a:p>
            <a:pPr>
              <a:defRPr/>
            </a:pPr>
            <a:r>
              <a:rPr lang="en-US" noProof="0" dirty="0"/>
              <a:t>Prof. Dr. Oliver Müller | DC2HEAT | January 2026</a:t>
            </a:r>
          </a:p>
        </p:txBody>
      </p:sp>
      <p:sp>
        <p:nvSpPr>
          <p:cNvPr id="11" name="Bildunterzeile"/>
          <p:cNvSpPr>
            <a:spLocks noGrp="1"/>
          </p:cNvSpPr>
          <p:nvPr>
            <p:ph type="body" orient="vert" idx="14" hasCustomPrompt="1"/>
          </p:nvPr>
        </p:nvSpPr>
        <p:spPr bwMode="auto">
          <a:xfrm>
            <a:off x="6407150" y="5437187"/>
            <a:ext cx="5183188" cy="512762"/>
          </a:xfrm>
          <a:prstGeom prst="rect">
            <a:avLst/>
          </a:prstGeom>
        </p:spPr>
        <p:txBody>
          <a:bodyPr vert="horz" numCol="1"/>
          <a:lstStyle>
            <a:lvl1pPr marL="0" indent="0">
              <a:lnSpc>
                <a:spcPct val="100000"/>
              </a:lnSpc>
              <a:spcBef>
                <a:spcPts val="0"/>
              </a:spcBef>
              <a:spcAft>
                <a:spcPts val="0"/>
              </a:spcAft>
              <a:buFont typeface="+mj-lt"/>
              <a:buNone/>
              <a:defRPr sz="1400">
                <a:latin typeface="+mj-lt"/>
              </a:defRPr>
            </a:lvl1pPr>
            <a:lvl2pPr marL="0" indent="0">
              <a:lnSpc>
                <a:spcPct val="100000"/>
              </a:lnSpc>
              <a:spcBef>
                <a:spcPts val="0"/>
              </a:spcBef>
              <a:spcAft>
                <a:spcPts val="0"/>
              </a:spcAft>
              <a:buFont typeface="+mj-lt"/>
              <a:buNone/>
              <a:defRPr sz="1400">
                <a:latin typeface="+mj-lt"/>
              </a:defRPr>
            </a:lvl2pPr>
            <a:lvl3pPr marL="0" indent="0">
              <a:lnSpc>
                <a:spcPct val="100000"/>
              </a:lnSpc>
              <a:spcBef>
                <a:spcPts val="0"/>
              </a:spcBef>
              <a:spcAft>
                <a:spcPts val="0"/>
              </a:spcAft>
              <a:buFont typeface="+mj-lt"/>
              <a:buNone/>
              <a:defRPr sz="1400">
                <a:latin typeface="+mj-lt"/>
              </a:defRPr>
            </a:lvl3pPr>
            <a:lvl4pPr marL="0" indent="0">
              <a:lnSpc>
                <a:spcPct val="100000"/>
              </a:lnSpc>
              <a:spcBef>
                <a:spcPts val="0"/>
              </a:spcBef>
              <a:spcAft>
                <a:spcPts val="0"/>
              </a:spcAft>
              <a:buFont typeface="+mj-lt"/>
              <a:buNone/>
              <a:defRPr sz="1400">
                <a:latin typeface="+mj-lt"/>
              </a:defRPr>
            </a:lvl4pPr>
            <a:lvl5pPr marL="0" indent="0">
              <a:lnSpc>
                <a:spcPct val="100000"/>
              </a:lnSpc>
              <a:spcBef>
                <a:spcPts val="0"/>
              </a:spcBef>
              <a:spcAft>
                <a:spcPts val="0"/>
              </a:spcAft>
              <a:buFont typeface="+mj-lt"/>
              <a:buNone/>
              <a:defRPr sz="1400">
                <a:latin typeface="+mj-lt"/>
              </a:defRPr>
            </a:lvl5pPr>
            <a:lvl6pPr marL="0" indent="0">
              <a:lnSpc>
                <a:spcPct val="100000"/>
              </a:lnSpc>
              <a:spcBef>
                <a:spcPts val="0"/>
              </a:spcBef>
              <a:spcAft>
                <a:spcPts val="0"/>
              </a:spcAft>
              <a:buFont typeface="+mj-lt"/>
              <a:buNone/>
              <a:defRPr sz="1400">
                <a:latin typeface="+mj-lt"/>
              </a:defRPr>
            </a:lvl6pPr>
            <a:lvl7pPr marL="0" indent="0">
              <a:lnSpc>
                <a:spcPct val="100000"/>
              </a:lnSpc>
              <a:spcBef>
                <a:spcPts val="0"/>
              </a:spcBef>
              <a:spcAft>
                <a:spcPts val="0"/>
              </a:spcAft>
              <a:buFont typeface="+mj-lt"/>
              <a:buNone/>
              <a:defRPr sz="1400">
                <a:latin typeface="+mj-lt"/>
              </a:defRPr>
            </a:lvl7pPr>
            <a:lvl8pPr marL="0" indent="0">
              <a:lnSpc>
                <a:spcPct val="100000"/>
              </a:lnSpc>
              <a:spcBef>
                <a:spcPts val="0"/>
              </a:spcBef>
              <a:spcAft>
                <a:spcPts val="0"/>
              </a:spcAft>
              <a:buFont typeface="+mj-lt"/>
              <a:buNone/>
              <a:defRPr sz="1400">
                <a:latin typeface="+mj-lt"/>
              </a:defRPr>
            </a:lvl8pPr>
            <a:lvl9pPr marL="0" indent="0">
              <a:lnSpc>
                <a:spcPct val="100000"/>
              </a:lnSpc>
              <a:spcBef>
                <a:spcPts val="0"/>
              </a:spcBef>
              <a:spcAft>
                <a:spcPts val="0"/>
              </a:spcAft>
              <a:buFont typeface="+mj-lt"/>
              <a:buNone/>
              <a:defRPr sz="1400">
                <a:latin typeface="+mj-lt"/>
              </a:defRPr>
            </a:lvl9pPr>
          </a:lstStyle>
          <a:p>
            <a:pPr>
              <a:defRPr/>
            </a:pPr>
            <a:r>
              <a:rPr lang="de-DE"/>
              <a:t>Platz für Bildunterzeile</a:t>
            </a:r>
            <a:br>
              <a:rPr lang="de-DE"/>
            </a:br>
            <a:r>
              <a:rPr lang="de-DE"/>
              <a:t>max. zwei Zeilen</a:t>
            </a:r>
            <a:endParaRPr/>
          </a:p>
        </p:txBody>
      </p:sp>
      <p:sp>
        <p:nvSpPr>
          <p:cNvPr id="9" name="Bild"/>
          <p:cNvSpPr>
            <a:spLocks noGrp="1"/>
          </p:cNvSpPr>
          <p:nvPr>
            <p:ph type="pic" sz="quarter" idx="13" hasCustomPrompt="1"/>
          </p:nvPr>
        </p:nvSpPr>
        <p:spPr bwMode="auto">
          <a:xfrm>
            <a:off x="6407149" y="1952625"/>
            <a:ext cx="5183189" cy="3348038"/>
          </a:xfrm>
          <a:prstGeom prst="rect">
            <a:avLst/>
          </a:prstGeom>
          <a:solidFill>
            <a:schemeClr val="bg1">
              <a:lumMod val="95000"/>
            </a:schemeClr>
          </a:solidFill>
        </p:spPr>
        <p:txBody>
          <a:bodyPr anchor="ctr" anchorCtr="0"/>
          <a:lstStyle>
            <a:lvl1pPr algn="ctr">
              <a:defRPr/>
            </a:lvl1pPr>
          </a:lstStyle>
          <a:p>
            <a:pPr>
              <a:defRPr/>
            </a:pPr>
            <a:r>
              <a:rPr lang="de-DE"/>
              <a:t>Bild einfügen</a:t>
            </a:r>
            <a:endParaRPr/>
          </a:p>
        </p:txBody>
      </p:sp>
      <p:sp>
        <p:nvSpPr>
          <p:cNvPr id="4" name="Text"/>
          <p:cNvSpPr>
            <a:spLocks noGrp="1"/>
          </p:cNvSpPr>
          <p:nvPr>
            <p:ph type="body" orient="vert" idx="1" hasCustomPrompt="1"/>
          </p:nvPr>
        </p:nvSpPr>
        <p:spPr bwMode="auto">
          <a:xfrm>
            <a:off x="422275" y="1952626"/>
            <a:ext cx="5434926" cy="3997324"/>
          </a:xfrm>
          <a:prstGeom prst="rect">
            <a:avLst/>
          </a:prstGeom>
        </p:spPr>
        <p:txBody>
          <a:bodyPr vert="horz" numCol="1"/>
          <a:lstStyle/>
          <a:p>
            <a:pPr lvl="0">
              <a:defRPr/>
            </a:pPr>
            <a:r>
              <a:rPr lang="de-DE"/>
              <a:t>Bitte fügen Sie hier Ihren Text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2" name="Headline"/>
          <p:cNvSpPr>
            <a:spLocks noGrp="1"/>
          </p:cNvSpPr>
          <p:nvPr>
            <p:ph type="title" hasCustomPrompt="1"/>
          </p:nvPr>
        </p:nvSpPr>
        <p:spPr bwMode="auto">
          <a:xfrm>
            <a:off x="422275" y="1246189"/>
            <a:ext cx="11168063" cy="468000"/>
          </a:xfrm>
        </p:spPr>
        <p:txBody>
          <a:bodyPr/>
          <a:lstStyle>
            <a:lvl1pPr>
              <a:defRPr/>
            </a:lvl1pPr>
          </a:lstStyle>
          <a:p>
            <a:pPr>
              <a:defRPr/>
            </a:pPr>
            <a:r>
              <a:rPr lang="de-DE"/>
              <a:t>Überschrift maximal eine Zeile</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Illustration / Text">
    <p:spTree>
      <p:nvGrpSpPr>
        <p:cNvPr id="1" name=""/>
        <p:cNvGrpSpPr/>
        <p:nvPr/>
      </p:nvGrpSpPr>
      <p:grpSpPr bwMode="auto">
        <a:xfrm>
          <a:off x="0" y="0"/>
          <a:ext cx="0" cy="0"/>
          <a:chOff x="0" y="0"/>
          <a:chExt cx="0" cy="0"/>
        </a:xfrm>
      </p:grpSpPr>
      <p:sp>
        <p:nvSpPr>
          <p:cNvPr id="6" name="Foliennummer"/>
          <p:cNvSpPr>
            <a:spLocks noGrp="1"/>
          </p:cNvSpPr>
          <p:nvPr>
            <p:ph type="sldNum" sz="quarter" idx="12"/>
          </p:nvPr>
        </p:nvSpPr>
        <p:spPr bwMode="auto"/>
        <p:txBody>
          <a:bodyPr/>
          <a:lstStyle/>
          <a:p>
            <a:pPr>
              <a:defRPr/>
            </a:pPr>
            <a:fld id="{E6AA5693-5562-46BF-BAF4-16238AB6C896}" type="slidenum">
              <a:rPr lang="de-DE"/>
              <a:t>‹#›</a:t>
            </a:fld>
            <a:endParaRPr lang="de-DE"/>
          </a:p>
        </p:txBody>
      </p:sp>
      <p:sp>
        <p:nvSpPr>
          <p:cNvPr id="5" name="Fußzeile"/>
          <p:cNvSpPr>
            <a:spLocks noGrp="1"/>
          </p:cNvSpPr>
          <p:nvPr>
            <p:ph type="ftr" sz="quarter" idx="11"/>
          </p:nvPr>
        </p:nvSpPr>
        <p:spPr bwMode="auto"/>
        <p:txBody>
          <a:bodyPr/>
          <a:lstStyle>
            <a:lvl1pPr>
              <a:defRPr/>
            </a:lvl1pPr>
          </a:lstStyle>
          <a:p>
            <a:pPr>
              <a:defRPr/>
            </a:pPr>
            <a:r>
              <a:rPr lang="en-US" noProof="0" dirty="0"/>
              <a:t>Prof. Dr. Oliver Müller | DC2HEAT | January 2026</a:t>
            </a:r>
          </a:p>
        </p:txBody>
      </p:sp>
      <p:sp>
        <p:nvSpPr>
          <p:cNvPr id="10" name="Text"/>
          <p:cNvSpPr>
            <a:spLocks noGrp="1"/>
          </p:cNvSpPr>
          <p:nvPr>
            <p:ph type="body" orient="vert" idx="1" hasCustomPrompt="1"/>
          </p:nvPr>
        </p:nvSpPr>
        <p:spPr bwMode="auto">
          <a:xfrm>
            <a:off x="8401049" y="1246187"/>
            <a:ext cx="3370263" cy="4522787"/>
          </a:xfrm>
          <a:prstGeom prst="rect">
            <a:avLst/>
          </a:prstGeom>
        </p:spPr>
        <p:txBody>
          <a:bodyPr vert="horz" numCol="1"/>
          <a:lstStyle/>
          <a:p>
            <a:pPr lvl="0">
              <a:defRPr/>
            </a:pPr>
            <a:r>
              <a:rPr lang="de-DE"/>
              <a:t>Bitte fügen Sie hier Ihren Text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12" name="Inhalt"/>
          <p:cNvSpPr>
            <a:spLocks noGrp="1"/>
          </p:cNvSpPr>
          <p:nvPr>
            <p:ph idx="13" hasCustomPrompt="1"/>
          </p:nvPr>
        </p:nvSpPr>
        <p:spPr bwMode="auto">
          <a:xfrm>
            <a:off x="420689" y="1246187"/>
            <a:ext cx="7581899" cy="4991100"/>
          </a:xfrm>
        </p:spPr>
        <p:txBody>
          <a:bodyPr/>
          <a:lstStyle>
            <a:lvl1pPr>
              <a:defRPr/>
            </a:lvl1pPr>
          </a:lstStyle>
          <a:p>
            <a:pPr lvl="0">
              <a:defRPr/>
            </a:pPr>
            <a:r>
              <a:rPr lang="de-DE"/>
              <a:t>Hier bitte ausschließlich Tabellen, Diagramme, Videos oder SmartArts platzieren</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Großes Bild / Text">
    <p:spTree>
      <p:nvGrpSpPr>
        <p:cNvPr id="1" name=""/>
        <p:cNvGrpSpPr/>
        <p:nvPr/>
      </p:nvGrpSpPr>
      <p:grpSpPr bwMode="auto">
        <a:xfrm>
          <a:off x="0" y="0"/>
          <a:ext cx="0" cy="0"/>
          <a:chOff x="0" y="0"/>
          <a:chExt cx="0" cy="0"/>
        </a:xfrm>
      </p:grpSpPr>
      <p:grpSp>
        <p:nvGrpSpPr>
          <p:cNvPr id="21" name="Grafik"/>
          <p:cNvGrpSpPr>
            <a:grpSpLocks noGrp="1" noUngrp="1" noRot="1" noMove="1" noResize="1"/>
          </p:cNvGrpSpPr>
          <p:nvPr userDrawn="1"/>
        </p:nvGrpSpPr>
        <p:grpSpPr bwMode="auto">
          <a:xfrm>
            <a:off x="9183688" y="160338"/>
            <a:ext cx="3008312" cy="6697662"/>
            <a:chOff x="5790" y="101"/>
            <a:chExt cx="1895" cy="4219"/>
          </a:xfrm>
        </p:grpSpPr>
        <p:sp>
          <p:nvSpPr>
            <p:cNvPr id="22" name="Freeform 34"/>
            <p:cNvSpPr>
              <a:spLocks noGrp="1" noRot="1" noMove="1" noResize="1" noEditPoints="1" noAdjustHandles="1" noChangeArrowheads="1" noChangeShapeType="1"/>
            </p:cNvSpPr>
            <p:nvPr userDrawn="1"/>
          </p:nvSpPr>
          <p:spPr bwMode="auto">
            <a:xfrm>
              <a:off x="5916"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 name="Freeform 35"/>
            <p:cNvSpPr>
              <a:spLocks noGrp="1" noRot="1" noMove="1" noResize="1" noEditPoints="1" noAdjustHandles="1" noChangeArrowheads="1" noChangeShapeType="1"/>
            </p:cNvSpPr>
            <p:nvPr userDrawn="1"/>
          </p:nvSpPr>
          <p:spPr bwMode="auto">
            <a:xfrm>
              <a:off x="5916"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 name="Freeform 36"/>
            <p:cNvSpPr>
              <a:spLocks noGrp="1" noRot="1" noMove="1" noResize="1" noEditPoints="1" noAdjustHandles="1" noChangeArrowheads="1" noChangeShapeType="1"/>
            </p:cNvSpPr>
            <p:nvPr userDrawn="1"/>
          </p:nvSpPr>
          <p:spPr bwMode="auto">
            <a:xfrm>
              <a:off x="5790"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 name="Freeform 37"/>
            <p:cNvSpPr>
              <a:spLocks noGrp="1" noRot="1" noMove="1" noResize="1" noEditPoints="1" noAdjustHandles="1" noChangeArrowheads="1" noChangeShapeType="1"/>
            </p:cNvSpPr>
            <p:nvPr userDrawn="1"/>
          </p:nvSpPr>
          <p:spPr bwMode="auto">
            <a:xfrm>
              <a:off x="7432"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 name="Freeform 38"/>
            <p:cNvSpPr>
              <a:spLocks noGrp="1" noRot="1" noMove="1" noResize="1" noEditPoints="1" noAdjustHandles="1" noChangeArrowheads="1" noChangeShapeType="1"/>
            </p:cNvSpPr>
            <p:nvPr userDrawn="1"/>
          </p:nvSpPr>
          <p:spPr bwMode="auto">
            <a:xfrm>
              <a:off x="7306" y="29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7" name="Freeform 39"/>
            <p:cNvSpPr>
              <a:spLocks noGrp="1" noRot="1" noMove="1" noResize="1" noEditPoints="1" noAdjustHandles="1" noChangeArrowheads="1" noChangeShapeType="1"/>
            </p:cNvSpPr>
            <p:nvPr userDrawn="1"/>
          </p:nvSpPr>
          <p:spPr bwMode="auto">
            <a:xfrm>
              <a:off x="7180" y="199"/>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8" name="Freeform 40"/>
            <p:cNvSpPr>
              <a:spLocks noGrp="1" noRot="1" noMove="1" noResize="1" noEditPoints="1" noAdjustHandles="1" noChangeArrowheads="1" noChangeShapeType="1"/>
            </p:cNvSpPr>
            <p:nvPr userDrawn="1"/>
          </p:nvSpPr>
          <p:spPr bwMode="auto">
            <a:xfrm>
              <a:off x="7432"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9" name="Freeform 41"/>
            <p:cNvSpPr>
              <a:spLocks noGrp="1" noRot="1" noMove="1" noResize="1" noEditPoints="1" noAdjustHandles="1" noChangeArrowheads="1" noChangeShapeType="1"/>
            </p:cNvSpPr>
            <p:nvPr userDrawn="1"/>
          </p:nvSpPr>
          <p:spPr bwMode="auto">
            <a:xfrm>
              <a:off x="7306"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0" name="Freeform 42"/>
            <p:cNvSpPr>
              <a:spLocks noGrp="1" noRot="1" noMove="1" noResize="1" noEditPoints="1" noAdjustHandles="1" noChangeArrowheads="1" noChangeShapeType="1"/>
            </p:cNvSpPr>
            <p:nvPr userDrawn="1"/>
          </p:nvSpPr>
          <p:spPr bwMode="auto">
            <a:xfrm>
              <a:off x="7180" y="10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1" name="Freeform 43"/>
            <p:cNvSpPr>
              <a:spLocks noGrp="1" noRot="1" noMove="1" noResize="1" noEditPoints="1" noAdjustHandles="1" noChangeArrowheads="1" noChangeShapeType="1"/>
            </p:cNvSpPr>
            <p:nvPr userDrawn="1"/>
          </p:nvSpPr>
          <p:spPr bwMode="auto">
            <a:xfrm>
              <a:off x="7306" y="395"/>
              <a:ext cx="126"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2" name="Freeform 44"/>
            <p:cNvSpPr>
              <a:spLocks noGrp="1" noRot="1" noMove="1" noResize="1" noEditPoints="1" noAdjustHandles="1" noChangeArrowheads="1" noChangeShapeType="1"/>
            </p:cNvSpPr>
            <p:nvPr userDrawn="1"/>
          </p:nvSpPr>
          <p:spPr bwMode="auto">
            <a:xfrm>
              <a:off x="7180" y="395"/>
              <a:ext cx="126" cy="197"/>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3" name="Freeform 45"/>
            <p:cNvSpPr>
              <a:spLocks noGrp="1" noRot="1" noMove="1" noResize="1" noEditPoints="1" noAdjustHandles="1" noChangeArrowheads="1" noChangeShapeType="1"/>
            </p:cNvSpPr>
            <p:nvPr userDrawn="1"/>
          </p:nvSpPr>
          <p:spPr bwMode="auto">
            <a:xfrm>
              <a:off x="6927" y="297"/>
              <a:ext cx="126" cy="197"/>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4" name="Freeform 46"/>
            <p:cNvSpPr>
              <a:spLocks noGrp="1" noRot="1" noMove="1" noResize="1" noEditPoints="1" noAdjustHandles="1" noChangeArrowheads="1" noChangeShapeType="1"/>
            </p:cNvSpPr>
            <p:nvPr userDrawn="1"/>
          </p:nvSpPr>
          <p:spPr bwMode="auto">
            <a:xfrm>
              <a:off x="6801" y="19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5" name="Freeform 47"/>
            <p:cNvSpPr>
              <a:spLocks noGrp="1" noRot="1" noMove="1" noResize="1" noEditPoints="1" noAdjustHandles="1" noChangeArrowheads="1" noChangeShapeType="1"/>
            </p:cNvSpPr>
            <p:nvPr userDrawn="1"/>
          </p:nvSpPr>
          <p:spPr bwMode="auto">
            <a:xfrm>
              <a:off x="6548"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6" name="Freeform 48"/>
            <p:cNvSpPr>
              <a:spLocks noGrp="1" noRot="1" noMove="1" noResize="1" noEditPoints="1" noAdjustHandles="1" noChangeArrowheads="1" noChangeShapeType="1"/>
            </p:cNvSpPr>
            <p:nvPr userDrawn="1"/>
          </p:nvSpPr>
          <p:spPr bwMode="auto">
            <a:xfrm>
              <a:off x="6422" y="395"/>
              <a:ext cx="126" cy="197"/>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7" name="Freeform 49"/>
            <p:cNvSpPr>
              <a:spLocks noGrp="1" noRot="1" noMove="1" noResize="1" noEditPoints="1" noAdjustHandles="1" noChangeArrowheads="1" noChangeShapeType="1"/>
            </p:cNvSpPr>
            <p:nvPr userDrawn="1"/>
          </p:nvSpPr>
          <p:spPr bwMode="auto">
            <a:xfrm>
              <a:off x="7053" y="199"/>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8" name="Freeform 50"/>
            <p:cNvSpPr>
              <a:spLocks noGrp="1" noRot="1" noMove="1" noResize="1" noEditPoints="1" noAdjustHandles="1" noChangeArrowheads="1" noChangeShapeType="1"/>
            </p:cNvSpPr>
            <p:nvPr userDrawn="1"/>
          </p:nvSpPr>
          <p:spPr bwMode="auto">
            <a:xfrm>
              <a:off x="6674" y="297"/>
              <a:ext cx="127"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9" name="Freeform 51"/>
            <p:cNvSpPr>
              <a:spLocks noGrp="1" noRot="1" noMove="1" noResize="1" noEditPoints="1" noAdjustHandles="1" noChangeArrowheads="1" noChangeShapeType="1"/>
            </p:cNvSpPr>
            <p:nvPr userDrawn="1"/>
          </p:nvSpPr>
          <p:spPr bwMode="auto">
            <a:xfrm>
              <a:off x="6548" y="29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0" name="Freeform 52"/>
            <p:cNvSpPr>
              <a:spLocks noGrp="1" noRot="1" noMove="1" noResize="1" noEditPoints="1" noAdjustHandles="1" noChangeArrowheads="1" noChangeShapeType="1"/>
            </p:cNvSpPr>
            <p:nvPr userDrawn="1"/>
          </p:nvSpPr>
          <p:spPr bwMode="auto">
            <a:xfrm>
              <a:off x="6422" y="297"/>
              <a:ext cx="126" cy="197"/>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extrusionOk="0">
                  <a:moveTo>
                    <a:pt x="555" y="433"/>
                  </a:moveTo>
                  <a:lnTo>
                    <a:pt x="0" y="866"/>
                  </a:lnTo>
                  <a:lnTo>
                    <a:pt x="0" y="433"/>
                  </a:lnTo>
                  <a:lnTo>
                    <a:pt x="0" y="0"/>
                  </a:lnTo>
                  <a:lnTo>
                    <a:pt x="555"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1" name="Freeform 53"/>
            <p:cNvSpPr>
              <a:spLocks noGrp="1" noRot="1" noMove="1" noResize="1" noEditPoints="1" noAdjustHandles="1" noChangeArrowheads="1" noChangeShapeType="1"/>
            </p:cNvSpPr>
            <p:nvPr userDrawn="1"/>
          </p:nvSpPr>
          <p:spPr bwMode="auto">
            <a:xfrm>
              <a:off x="6169" y="199"/>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2" name="Freeform 54"/>
            <p:cNvSpPr>
              <a:spLocks noGrp="1" noRot="1" noMove="1" noResize="1" noEditPoints="1" noAdjustHandles="1" noChangeArrowheads="1" noChangeShapeType="1"/>
            </p:cNvSpPr>
            <p:nvPr userDrawn="1"/>
          </p:nvSpPr>
          <p:spPr bwMode="auto">
            <a:xfrm>
              <a:off x="7559"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3" name="Freeform 55"/>
            <p:cNvSpPr>
              <a:spLocks noGrp="1" noRot="1" noMove="1" noResize="1" noEditPoints="1" noAdjustHandles="1" noChangeArrowheads="1" noChangeShapeType="1"/>
            </p:cNvSpPr>
            <p:nvPr userDrawn="1"/>
          </p:nvSpPr>
          <p:spPr bwMode="auto">
            <a:xfrm>
              <a:off x="7432" y="3731"/>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4" name="Freeform 56"/>
            <p:cNvSpPr>
              <a:spLocks noGrp="1" noRot="1" noMove="1" noResize="1" noEditPoints="1" noAdjustHandles="1" noChangeArrowheads="1" noChangeShapeType="1"/>
            </p:cNvSpPr>
            <p:nvPr userDrawn="1"/>
          </p:nvSpPr>
          <p:spPr bwMode="auto">
            <a:xfrm>
              <a:off x="7559" y="36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5" name="Freeform 57"/>
            <p:cNvSpPr>
              <a:spLocks noGrp="1" noRot="1" noMove="1" noResize="1" noEditPoints="1" noAdjustHandles="1" noChangeArrowheads="1" noChangeShapeType="1"/>
            </p:cNvSpPr>
            <p:nvPr userDrawn="1"/>
          </p:nvSpPr>
          <p:spPr bwMode="auto">
            <a:xfrm>
              <a:off x="7432" y="3829"/>
              <a:ext cx="127"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6" name="Freeform 58"/>
            <p:cNvSpPr>
              <a:spLocks noGrp="1" noRot="1" noMove="1" noResize="1" noEditPoints="1" noAdjustHandles="1" noChangeArrowheads="1" noChangeShapeType="1"/>
            </p:cNvSpPr>
            <p:nvPr userDrawn="1"/>
          </p:nvSpPr>
          <p:spPr bwMode="auto">
            <a:xfrm>
              <a:off x="7432" y="4124"/>
              <a:ext cx="127"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7" name="Freeform 59"/>
            <p:cNvSpPr>
              <a:spLocks noGrp="1" noRot="1" noMove="1" noResize="1" noEditPoints="1" noAdjustHandles="1" noChangeArrowheads="1" noChangeShapeType="1"/>
            </p:cNvSpPr>
            <p:nvPr userDrawn="1"/>
          </p:nvSpPr>
          <p:spPr bwMode="auto">
            <a:xfrm>
              <a:off x="7559" y="402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sp>
        <p:nvSpPr>
          <p:cNvPr id="6" name="Foliennummer"/>
          <p:cNvSpPr>
            <a:spLocks noGrp="1"/>
          </p:cNvSpPr>
          <p:nvPr userDrawn="1">
            <p:ph type="sldNum" sz="quarter" idx="12"/>
          </p:nvPr>
        </p:nvSpPr>
        <p:spPr bwMode="auto"/>
        <p:txBody>
          <a:bodyPr/>
          <a:lstStyle/>
          <a:p>
            <a:pPr>
              <a:defRPr/>
            </a:pPr>
            <a:fld id="{E6AA5693-5562-46BF-BAF4-16238AB6C896}" type="slidenum">
              <a:rPr lang="de-DE"/>
              <a:t>‹#›</a:t>
            </a:fld>
            <a:endParaRPr lang="de-DE"/>
          </a:p>
        </p:txBody>
      </p:sp>
      <p:sp>
        <p:nvSpPr>
          <p:cNvPr id="4" name="Text"/>
          <p:cNvSpPr>
            <a:spLocks noGrp="1"/>
          </p:cNvSpPr>
          <p:nvPr userDrawn="1">
            <p:ph type="body" orient="vert" idx="1" hasCustomPrompt="1"/>
          </p:nvPr>
        </p:nvSpPr>
        <p:spPr bwMode="auto">
          <a:xfrm>
            <a:off x="9575800" y="1246187"/>
            <a:ext cx="2195513" cy="4522788"/>
          </a:xfrm>
          <a:prstGeom prst="rect">
            <a:avLst/>
          </a:prstGeom>
        </p:spPr>
        <p:txBody>
          <a:bodyPr vert="horz" numCol="1" anchor="ctr" anchorCtr="0"/>
          <a:lstStyle>
            <a:lvl1pPr marL="0" indent="0">
              <a:lnSpc>
                <a:spcPct val="100000"/>
              </a:lnSpc>
              <a:spcBef>
                <a:spcPts val="0"/>
              </a:spcBef>
              <a:spcAft>
                <a:spcPts val="0"/>
              </a:spcAft>
              <a:buFont typeface="+mj-lt"/>
              <a:buNone/>
              <a:defRPr sz="1400"/>
            </a:lvl1pPr>
            <a:lvl2pPr marL="0" indent="0">
              <a:lnSpc>
                <a:spcPct val="100000"/>
              </a:lnSpc>
              <a:spcBef>
                <a:spcPts val="0"/>
              </a:spcBef>
              <a:spcAft>
                <a:spcPts val="0"/>
              </a:spcAft>
              <a:buFont typeface="+mj-lt"/>
              <a:buNone/>
              <a:defRPr sz="1400"/>
            </a:lvl2pPr>
            <a:lvl3pPr marL="0" indent="0">
              <a:lnSpc>
                <a:spcPct val="100000"/>
              </a:lnSpc>
              <a:spcBef>
                <a:spcPts val="0"/>
              </a:spcBef>
              <a:spcAft>
                <a:spcPts val="0"/>
              </a:spcAft>
              <a:buFont typeface="+mj-lt"/>
              <a:buNone/>
              <a:defRPr sz="1400"/>
            </a:lvl3pPr>
            <a:lvl4pPr marL="0" indent="0">
              <a:lnSpc>
                <a:spcPct val="100000"/>
              </a:lnSpc>
              <a:spcBef>
                <a:spcPts val="0"/>
              </a:spcBef>
              <a:spcAft>
                <a:spcPts val="0"/>
              </a:spcAft>
              <a:buFont typeface="+mj-lt"/>
              <a:buNone/>
              <a:defRPr sz="1400"/>
            </a:lvl4pPr>
            <a:lvl5pPr marL="0" indent="0">
              <a:lnSpc>
                <a:spcPct val="100000"/>
              </a:lnSpc>
              <a:spcBef>
                <a:spcPts val="0"/>
              </a:spcBef>
              <a:spcAft>
                <a:spcPts val="0"/>
              </a:spcAft>
              <a:buFont typeface="+mj-lt"/>
              <a:buNone/>
              <a:defRPr sz="1400"/>
            </a:lvl5pPr>
            <a:lvl6pPr marL="0" indent="0">
              <a:lnSpc>
                <a:spcPct val="100000"/>
              </a:lnSpc>
              <a:spcBef>
                <a:spcPts val="0"/>
              </a:spcBef>
              <a:spcAft>
                <a:spcPts val="0"/>
              </a:spcAft>
              <a:buFont typeface="+mj-lt"/>
              <a:buNone/>
              <a:defRPr sz="1400"/>
            </a:lvl6pPr>
            <a:lvl7pPr marL="0" indent="0">
              <a:lnSpc>
                <a:spcPct val="100000"/>
              </a:lnSpc>
              <a:spcBef>
                <a:spcPts val="0"/>
              </a:spcBef>
              <a:spcAft>
                <a:spcPts val="0"/>
              </a:spcAft>
              <a:buFont typeface="+mj-lt"/>
              <a:buNone/>
              <a:defRPr sz="1400"/>
            </a:lvl7pPr>
            <a:lvl8pPr marL="0" indent="0">
              <a:lnSpc>
                <a:spcPct val="100000"/>
              </a:lnSpc>
              <a:spcBef>
                <a:spcPts val="0"/>
              </a:spcBef>
              <a:spcAft>
                <a:spcPts val="0"/>
              </a:spcAft>
              <a:buFont typeface="+mj-lt"/>
              <a:buNone/>
              <a:defRPr sz="1400"/>
            </a:lvl8pPr>
            <a:lvl9pPr marL="0" indent="0">
              <a:lnSpc>
                <a:spcPct val="100000"/>
              </a:lnSpc>
              <a:spcBef>
                <a:spcPts val="0"/>
              </a:spcBef>
              <a:spcAft>
                <a:spcPts val="0"/>
              </a:spcAft>
              <a:buFont typeface="+mj-lt"/>
              <a:buNone/>
              <a:defRPr sz="1400"/>
            </a:lvl9pPr>
          </a:lstStyle>
          <a:p>
            <a:pPr>
              <a:defRPr/>
            </a:pPr>
            <a:r>
              <a:rPr lang="de-DE"/>
              <a:t>Platz für einen mehrzeiligen Text. Auf diesem Folientyp sollen nur Fotos mit Zusatzinformationen platziert werden.</a:t>
            </a:r>
            <a:endParaRPr/>
          </a:p>
        </p:txBody>
      </p:sp>
      <p:sp>
        <p:nvSpPr>
          <p:cNvPr id="8" name="Bild"/>
          <p:cNvSpPr>
            <a:spLocks noGrp="1"/>
          </p:cNvSpPr>
          <p:nvPr userDrawn="1">
            <p:ph type="pic" sz="quarter" idx="13" hasCustomPrompt="1"/>
          </p:nvPr>
        </p:nvSpPr>
        <p:spPr bwMode="auto">
          <a:xfrm>
            <a:off x="0" y="0"/>
            <a:ext cx="9180513" cy="6858000"/>
          </a:xfrm>
          <a:prstGeom prst="rect">
            <a:avLst/>
          </a:prstGeom>
          <a:solidFill>
            <a:schemeClr val="bg1">
              <a:lumMod val="95000"/>
            </a:schemeClr>
          </a:solidFill>
        </p:spPr>
        <p:txBody>
          <a:bodyPr anchor="ctr" anchorCtr="0"/>
          <a:lstStyle>
            <a:lvl1pPr algn="ctr">
              <a:defRPr/>
            </a:lvl1pPr>
          </a:lstStyle>
          <a:p>
            <a:pPr>
              <a:defRPr/>
            </a:pPr>
            <a:r>
              <a:rPr lang="de-DE"/>
              <a:t>Bild einfügen</a:t>
            </a:r>
            <a:endParaRPr/>
          </a:p>
        </p:txBody>
      </p:sp>
      <p:sp>
        <p:nvSpPr>
          <p:cNvPr id="48" name="Fußzeile"/>
          <p:cNvSpPr>
            <a:spLocks noGrp="1"/>
          </p:cNvSpPr>
          <p:nvPr>
            <p:ph type="ftr" sz="quarter" idx="11"/>
          </p:nvPr>
        </p:nvSpPr>
        <p:spPr bwMode="auto">
          <a:xfrm>
            <a:off x="421200" y="7560000"/>
            <a:ext cx="25400" cy="185738"/>
          </a:xfrm>
          <a:prstGeom prst="rect">
            <a:avLst/>
          </a:prstGeom>
          <a:solidFill>
            <a:srgbClr val="E6E6E6"/>
          </a:solidFill>
        </p:spPr>
        <p:txBody>
          <a:bodyPr/>
          <a:lstStyle>
            <a:lvl1pPr>
              <a:defRPr>
                <a:solidFill>
                  <a:srgbClr val="E6E6E6"/>
                </a:solidFill>
              </a:defRPr>
            </a:lvl1pPr>
          </a:lstStyle>
          <a:p>
            <a:pPr>
              <a:defRPr/>
            </a:pPr>
            <a:r>
              <a:rPr lang="de-DE"/>
              <a:t>Prof. Dr. Oliver Müller | Diagnosing and Mitigating Shortcut Learning in ML-Based IS Research | September 2023</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Blaues Design: Inhalt + Gliederung">
    <p:spTree>
      <p:nvGrpSpPr>
        <p:cNvPr id="1" name=""/>
        <p:cNvGrpSpPr/>
        <p:nvPr/>
      </p:nvGrpSpPr>
      <p:grpSpPr bwMode="auto">
        <a:xfrm>
          <a:off x="0" y="0"/>
          <a:ext cx="0" cy="0"/>
          <a:chOff x="0" y="0"/>
          <a:chExt cx="0" cy="0"/>
        </a:xfrm>
      </p:grpSpPr>
      <p:sp>
        <p:nvSpPr>
          <p:cNvPr id="12" name="Fläche"/>
          <p:cNvSpPr/>
          <p:nvPr userDrawn="1"/>
        </p:nvSpPr>
        <p:spPr bwMode="auto">
          <a:xfrm>
            <a:off x="9203055" y="0"/>
            <a:ext cx="2988945"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grpSp>
        <p:nvGrpSpPr>
          <p:cNvPr id="4" name="Grafik"/>
          <p:cNvGrpSpPr>
            <a:grpSpLocks noGrp="1" noUngrp="1" noRot="1" noMove="1" noResize="1"/>
          </p:cNvGrpSpPr>
          <p:nvPr userDrawn="1"/>
        </p:nvGrpSpPr>
        <p:grpSpPr bwMode="auto">
          <a:xfrm>
            <a:off x="9383713" y="160338"/>
            <a:ext cx="2808287" cy="6697662"/>
            <a:chOff x="5911" y="101"/>
            <a:chExt cx="1769" cy="4219"/>
          </a:xfrm>
        </p:grpSpPr>
        <p:sp>
          <p:nvSpPr>
            <p:cNvPr id="7" name="Freeform 5"/>
            <p:cNvSpPr>
              <a:spLocks noGrp="1" noRot="1" noMove="1" noResize="1" noEditPoints="1" noAdjustHandles="1" noChangeArrowheads="1" noChangeShapeType="1"/>
            </p:cNvSpPr>
            <p:nvPr userDrawn="1"/>
          </p:nvSpPr>
          <p:spPr bwMode="auto">
            <a:xfrm>
              <a:off x="6922" y="200"/>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 name="Freeform 6"/>
            <p:cNvSpPr>
              <a:spLocks noGrp="1" noRot="1" noMove="1" noResize="1" noEditPoints="1" noAdjustHandles="1" noChangeArrowheads="1" noChangeShapeType="1"/>
            </p:cNvSpPr>
            <p:nvPr userDrawn="1"/>
          </p:nvSpPr>
          <p:spPr bwMode="auto">
            <a:xfrm>
              <a:off x="6669" y="395"/>
              <a:ext cx="127"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865"/>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 name="Freeform 7"/>
            <p:cNvSpPr>
              <a:spLocks noGrp="1" noRot="1" noMove="1" noResize="1" noEditPoints="1" noAdjustHandles="1" noChangeArrowheads="1" noChangeShapeType="1"/>
            </p:cNvSpPr>
            <p:nvPr userDrawn="1"/>
          </p:nvSpPr>
          <p:spPr bwMode="auto">
            <a:xfrm>
              <a:off x="6416" y="101"/>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A88C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 name="Freeform 8"/>
            <p:cNvSpPr>
              <a:spLocks noGrp="1" noRot="1" noMove="1" noResize="1" noEditPoints="1" noAdjustHandles="1" noChangeArrowheads="1" noChangeShapeType="1"/>
            </p:cNvSpPr>
            <p:nvPr userDrawn="1"/>
          </p:nvSpPr>
          <p:spPr bwMode="auto">
            <a:xfrm>
              <a:off x="6543" y="49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 name="Freeform 9"/>
            <p:cNvSpPr>
              <a:spLocks noGrp="1" noRot="1" noMove="1" noResize="1" noEditPoints="1" noAdjustHandles="1" noChangeArrowheads="1" noChangeShapeType="1"/>
            </p:cNvSpPr>
            <p:nvPr userDrawn="1"/>
          </p:nvSpPr>
          <p:spPr bwMode="auto">
            <a:xfrm>
              <a:off x="6922" y="49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 name="Freeform 10"/>
            <p:cNvSpPr>
              <a:spLocks noGrp="1" noRot="1" noMove="1" noResize="1" noEditPoints="1" noAdjustHandles="1" noChangeArrowheads="1" noChangeShapeType="1"/>
            </p:cNvSpPr>
            <p:nvPr userDrawn="1"/>
          </p:nvSpPr>
          <p:spPr bwMode="auto">
            <a:xfrm>
              <a:off x="6796" y="69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 name="Freeform 11"/>
            <p:cNvSpPr>
              <a:spLocks noGrp="1" noRot="1" noMove="1" noResize="1" noEditPoints="1" noAdjustHandles="1" noChangeArrowheads="1" noChangeShapeType="1"/>
            </p:cNvSpPr>
            <p:nvPr userDrawn="1"/>
          </p:nvSpPr>
          <p:spPr bwMode="auto">
            <a:xfrm>
              <a:off x="6290" y="29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 name="Freeform 12"/>
            <p:cNvSpPr>
              <a:spLocks noGrp="1" noRot="1" noMove="1" noResize="1" noEditPoints="1" noAdjustHandles="1" noChangeArrowheads="1" noChangeShapeType="1"/>
            </p:cNvSpPr>
            <p:nvPr userDrawn="1"/>
          </p:nvSpPr>
          <p:spPr bwMode="auto">
            <a:xfrm>
              <a:off x="7175" y="101"/>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 name="Freeform 13"/>
            <p:cNvSpPr>
              <a:spLocks noGrp="1" noRot="1" noMove="1" noResize="1" noEditPoints="1" noAdjustHandles="1" noChangeArrowheads="1" noChangeShapeType="1"/>
            </p:cNvSpPr>
            <p:nvPr userDrawn="1"/>
          </p:nvSpPr>
          <p:spPr bwMode="auto">
            <a:xfrm>
              <a:off x="6543" y="298"/>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 name="Freeform 14"/>
            <p:cNvSpPr>
              <a:spLocks noGrp="1" noRot="1" noMove="1" noResize="1" noEditPoints="1" noAdjustHandles="1" noChangeArrowheads="1" noChangeShapeType="1"/>
            </p:cNvSpPr>
            <p:nvPr userDrawn="1"/>
          </p:nvSpPr>
          <p:spPr bwMode="auto">
            <a:xfrm>
              <a:off x="7048" y="494"/>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 name="Freeform 15"/>
            <p:cNvSpPr>
              <a:spLocks noGrp="1" noRot="1" noMove="1" noResize="1" noEditPoints="1" noAdjustHandles="1" noChangeArrowheads="1" noChangeShapeType="1"/>
            </p:cNvSpPr>
            <p:nvPr userDrawn="1"/>
          </p:nvSpPr>
          <p:spPr bwMode="auto">
            <a:xfrm>
              <a:off x="6796" y="200"/>
              <a:ext cx="126" cy="196"/>
            </a:xfrm>
            <a:custGeom>
              <a:avLst/>
              <a:gdLst>
                <a:gd name="T0" fmla="*/ 0 w 554"/>
                <a:gd name="T1" fmla="*/ 0 h 865"/>
                <a:gd name="T2" fmla="*/ 0 w 554"/>
                <a:gd name="T3" fmla="*/ 433 h 865"/>
                <a:gd name="T4" fmla="*/ 0 w 554"/>
                <a:gd name="T5" fmla="*/ 865 h 865"/>
                <a:gd name="T6" fmla="*/ 554 w 554"/>
                <a:gd name="T7" fmla="*/ 433 h 865"/>
                <a:gd name="T8" fmla="*/ 0 w 554"/>
                <a:gd name="T9" fmla="*/ 0 h 865"/>
              </a:gdLst>
              <a:ahLst/>
              <a:cxnLst>
                <a:cxn ang="0">
                  <a:pos x="T0" y="T1"/>
                </a:cxn>
                <a:cxn ang="0">
                  <a:pos x="T2" y="T3"/>
                </a:cxn>
                <a:cxn ang="0">
                  <a:pos x="T4" y="T5"/>
                </a:cxn>
                <a:cxn ang="0">
                  <a:pos x="T6" y="T7"/>
                </a:cxn>
                <a:cxn ang="0">
                  <a:pos x="T8" y="T9"/>
                </a:cxn>
              </a:cxnLst>
              <a:rect l="0" t="0" r="r" b="b"/>
              <a:pathLst>
                <a:path w="554" h="865" extrusionOk="0">
                  <a:moveTo>
                    <a:pt x="0" y="0"/>
                  </a:moveTo>
                  <a:lnTo>
                    <a:pt x="0" y="433"/>
                  </a:lnTo>
                  <a:lnTo>
                    <a:pt x="0" y="865"/>
                  </a:lnTo>
                  <a:lnTo>
                    <a:pt x="554" y="433"/>
                  </a:lnTo>
                  <a:lnTo>
                    <a:pt x="0" y="0"/>
                  </a:lnTo>
                  <a:close/>
                </a:path>
              </a:pathLst>
            </a:custGeom>
            <a:solidFill>
              <a:srgbClr val="B9EDED"/>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 name="Freeform 16"/>
            <p:cNvSpPr>
              <a:spLocks noGrp="1" noRot="1" noMove="1" noResize="1" noEditPoints="1" noAdjustHandles="1" noChangeArrowheads="1" noChangeShapeType="1"/>
            </p:cNvSpPr>
            <p:nvPr userDrawn="1"/>
          </p:nvSpPr>
          <p:spPr bwMode="auto">
            <a:xfrm>
              <a:off x="6290" y="49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 name="Freeform 17"/>
            <p:cNvSpPr>
              <a:spLocks noGrp="1" noRot="1" noMove="1" noResize="1" noEditPoints="1" noAdjustHandles="1" noChangeArrowheads="1" noChangeShapeType="1"/>
            </p:cNvSpPr>
            <p:nvPr userDrawn="1"/>
          </p:nvSpPr>
          <p:spPr bwMode="auto">
            <a:xfrm>
              <a:off x="6037" y="395"/>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 name="Freeform 18"/>
            <p:cNvSpPr>
              <a:spLocks noGrp="1" noRot="1" noMove="1" noResize="1" noEditPoints="1" noAdjustHandles="1" noChangeArrowheads="1" noChangeShapeType="1"/>
            </p:cNvSpPr>
            <p:nvPr userDrawn="1"/>
          </p:nvSpPr>
          <p:spPr bwMode="auto">
            <a:xfrm>
              <a:off x="6164" y="59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 name="Freeform 19"/>
            <p:cNvSpPr>
              <a:spLocks noGrp="1" noRot="1" noMove="1" noResize="1" noEditPoints="1" noAdjustHandles="1" noChangeArrowheads="1" noChangeShapeType="1"/>
            </p:cNvSpPr>
            <p:nvPr userDrawn="1"/>
          </p:nvSpPr>
          <p:spPr bwMode="auto">
            <a:xfrm>
              <a:off x="7301" y="29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 name="Freeform 20"/>
            <p:cNvSpPr>
              <a:spLocks noGrp="1" noRot="1" noMove="1" noResize="1" noEditPoints="1" noAdjustHandles="1" noChangeArrowheads="1" noChangeShapeType="1"/>
            </p:cNvSpPr>
            <p:nvPr userDrawn="1"/>
          </p:nvSpPr>
          <p:spPr bwMode="auto">
            <a:xfrm>
              <a:off x="6416" y="494"/>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B9EDED"/>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 name="Freeform 21"/>
            <p:cNvSpPr>
              <a:spLocks noGrp="1" noRot="1" noMove="1" noResize="1" noEditPoints="1" noAdjustHandles="1" noChangeArrowheads="1" noChangeShapeType="1"/>
            </p:cNvSpPr>
            <p:nvPr userDrawn="1"/>
          </p:nvSpPr>
          <p:spPr bwMode="auto">
            <a:xfrm>
              <a:off x="5911" y="200"/>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7" name="Freeform 22"/>
            <p:cNvSpPr>
              <a:spLocks noGrp="1" noRot="1" noMove="1" noResize="1" noEditPoints="1" noAdjustHandles="1" noChangeArrowheads="1" noChangeShapeType="1"/>
            </p:cNvSpPr>
            <p:nvPr userDrawn="1"/>
          </p:nvSpPr>
          <p:spPr bwMode="auto">
            <a:xfrm>
              <a:off x="7427" y="395"/>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8" name="Freeform 23"/>
            <p:cNvSpPr>
              <a:spLocks noGrp="1" noRot="1" noMove="1" noResize="1" noEditPoints="1" noAdjustHandles="1" noChangeArrowheads="1" noChangeShapeType="1"/>
            </p:cNvSpPr>
            <p:nvPr userDrawn="1"/>
          </p:nvSpPr>
          <p:spPr bwMode="auto">
            <a:xfrm>
              <a:off x="7554" y="3928"/>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9" name="Freeform 24"/>
            <p:cNvSpPr>
              <a:spLocks noGrp="1" noRot="1" noMove="1" noResize="1" noEditPoints="1" noAdjustHandles="1" noChangeArrowheads="1" noChangeShapeType="1"/>
            </p:cNvSpPr>
            <p:nvPr userDrawn="1"/>
          </p:nvSpPr>
          <p:spPr bwMode="auto">
            <a:xfrm>
              <a:off x="7427" y="3731"/>
              <a:ext cx="127"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0" name="Freeform 25"/>
            <p:cNvSpPr>
              <a:spLocks noGrp="1" noRot="1" noMove="1" noResize="1" noEditPoints="1" noAdjustHandles="1" noChangeArrowheads="1" noChangeShapeType="1"/>
            </p:cNvSpPr>
            <p:nvPr userDrawn="1"/>
          </p:nvSpPr>
          <p:spPr bwMode="auto">
            <a:xfrm>
              <a:off x="7554" y="36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1" name="Freeform 26"/>
            <p:cNvSpPr>
              <a:spLocks noGrp="1" noRot="1" noMove="1" noResize="1" noEditPoints="1" noAdjustHandles="1" noChangeArrowheads="1" noChangeShapeType="1"/>
            </p:cNvSpPr>
            <p:nvPr userDrawn="1"/>
          </p:nvSpPr>
          <p:spPr bwMode="auto">
            <a:xfrm>
              <a:off x="7427" y="3829"/>
              <a:ext cx="127"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B9EDED"/>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2" name="Freeform 27"/>
            <p:cNvSpPr>
              <a:spLocks noGrp="1" noRot="1" noMove="1" noResize="1" noEditPoints="1" noAdjustHandles="1" noChangeArrowheads="1" noChangeShapeType="1"/>
            </p:cNvSpPr>
            <p:nvPr userDrawn="1"/>
          </p:nvSpPr>
          <p:spPr bwMode="auto">
            <a:xfrm>
              <a:off x="7427" y="4124"/>
              <a:ext cx="127"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3" name="Freeform 28"/>
            <p:cNvSpPr>
              <a:spLocks noGrp="1" noRot="1" noMove="1" noResize="1" noEditPoints="1" noAdjustHandles="1" noChangeArrowheads="1" noChangeShapeType="1"/>
            </p:cNvSpPr>
            <p:nvPr userDrawn="1"/>
          </p:nvSpPr>
          <p:spPr bwMode="auto">
            <a:xfrm>
              <a:off x="7554" y="402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9865B9"/>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pic>
        <p:nvPicPr>
          <p:cNvPr id="35" name="UNIVERSITÄT PADERBORN Logo"/>
          <p:cNvPicPr>
            <a:picLocks noGrp="1" noRot="1" noChangeAspect="1" noMove="1" noResize="1" noEditPoints="1" noAdjustHandles="1" noChangeArrowheads="1" noChangeShapeType="1" noCrop="1"/>
          </p:cNvPicPr>
          <p:nvPr userDrawn="1"/>
        </p:nvPicPr>
        <p:blipFill>
          <a:blip r:embed="rId2"/>
          <a:stretch/>
        </p:blipFill>
        <p:spPr bwMode="auto">
          <a:xfrm>
            <a:off x="306883" y="307090"/>
            <a:ext cx="1692000" cy="688834"/>
          </a:xfrm>
          <a:prstGeom prst="rect">
            <a:avLst/>
          </a:prstGeom>
        </p:spPr>
      </p:pic>
      <p:sp>
        <p:nvSpPr>
          <p:cNvPr id="6" name="Foliennummer"/>
          <p:cNvSpPr>
            <a:spLocks noGrp="1"/>
          </p:cNvSpPr>
          <p:nvPr>
            <p:ph type="sldNum" sz="quarter" idx="12"/>
          </p:nvPr>
        </p:nvSpPr>
        <p:spPr bwMode="auto"/>
        <p:txBody>
          <a:bodyPr/>
          <a:lstStyle>
            <a:lvl1pPr>
              <a:defRPr>
                <a:solidFill>
                  <a:schemeClr val="bg1"/>
                </a:solidFill>
              </a:defRPr>
            </a:lvl1pPr>
          </a:lstStyle>
          <a:p>
            <a:pPr>
              <a:defRPr/>
            </a:pPr>
            <a:fld id="{E6AA5693-5562-46BF-BAF4-16238AB6C896}" type="slidenum">
              <a:rPr lang="de-DE"/>
              <a:t>‹#›</a:t>
            </a:fld>
            <a:endParaRPr lang="de-DE"/>
          </a:p>
        </p:txBody>
      </p:sp>
      <p:sp>
        <p:nvSpPr>
          <p:cNvPr id="5" name="Fußzeile"/>
          <p:cNvSpPr>
            <a:spLocks noGrp="1"/>
          </p:cNvSpPr>
          <p:nvPr>
            <p:ph type="ftr" sz="quarter" idx="11"/>
          </p:nvPr>
        </p:nvSpPr>
        <p:spPr bwMode="auto"/>
        <p:txBody>
          <a:bodyPr/>
          <a:lstStyle>
            <a:lvl1pPr>
              <a:defRPr/>
            </a:lvl1pPr>
          </a:lstStyle>
          <a:p>
            <a:pPr>
              <a:defRPr/>
            </a:pPr>
            <a:r>
              <a:rPr lang="en-US" noProof="0" dirty="0"/>
              <a:t>Prof. Dr. Oliver Müller | DC2HEAT | January 2026</a:t>
            </a:r>
          </a:p>
        </p:txBody>
      </p:sp>
      <p:sp>
        <p:nvSpPr>
          <p:cNvPr id="10" name="Gliederung"/>
          <p:cNvSpPr>
            <a:spLocks noGrp="1"/>
          </p:cNvSpPr>
          <p:nvPr>
            <p:ph type="body" orient="vert" idx="15" hasCustomPrompt="1"/>
          </p:nvPr>
        </p:nvSpPr>
        <p:spPr bwMode="auto">
          <a:xfrm>
            <a:off x="9583738" y="2030412"/>
            <a:ext cx="2185987" cy="3990975"/>
          </a:xfrm>
          <a:prstGeom prst="rect">
            <a:avLst/>
          </a:prstGeom>
        </p:spPr>
        <p:txBody>
          <a:bodyPr vert="horz" numCol="1"/>
          <a:lstStyle>
            <a:lvl1pPr marL="198000" indent="-198000" algn="l">
              <a:lnSpc>
                <a:spcPct val="100000"/>
              </a:lnSpc>
              <a:spcBef>
                <a:spcPts val="0"/>
              </a:spcBef>
              <a:spcAft>
                <a:spcPts val="800"/>
              </a:spcAft>
              <a:buFont typeface="+mj-lt"/>
              <a:buAutoNum type="arabicPeriod"/>
              <a:defRPr sz="1400" b="0">
                <a:solidFill>
                  <a:schemeClr val="bg1"/>
                </a:solidFill>
              </a:defRPr>
            </a:lvl1pPr>
            <a:lvl2pPr marL="198000" indent="-198000" algn="l">
              <a:lnSpc>
                <a:spcPct val="100000"/>
              </a:lnSpc>
              <a:spcBef>
                <a:spcPts val="0"/>
              </a:spcBef>
              <a:spcAft>
                <a:spcPts val="800"/>
              </a:spcAft>
              <a:buFont typeface="+mj-lt"/>
              <a:buAutoNum type="arabicPeriod"/>
              <a:defRPr sz="1400" b="0">
                <a:solidFill>
                  <a:schemeClr val="bg1"/>
                </a:solidFill>
              </a:defRPr>
            </a:lvl2pPr>
            <a:lvl3pPr marL="198000" indent="-198000" algn="l">
              <a:lnSpc>
                <a:spcPct val="100000"/>
              </a:lnSpc>
              <a:spcBef>
                <a:spcPts val="0"/>
              </a:spcBef>
              <a:spcAft>
                <a:spcPts val="800"/>
              </a:spcAft>
              <a:buFont typeface="+mj-lt"/>
              <a:buAutoNum type="arabicPeriod"/>
              <a:defRPr sz="1400" b="0">
                <a:solidFill>
                  <a:schemeClr val="bg1"/>
                </a:solidFill>
              </a:defRPr>
            </a:lvl3pPr>
            <a:lvl4pPr marL="198000" indent="-198000" algn="l">
              <a:lnSpc>
                <a:spcPct val="100000"/>
              </a:lnSpc>
              <a:spcBef>
                <a:spcPts val="0"/>
              </a:spcBef>
              <a:spcAft>
                <a:spcPts val="800"/>
              </a:spcAft>
              <a:buFont typeface="+mj-lt"/>
              <a:buAutoNum type="arabicPeriod"/>
              <a:defRPr sz="1400" b="0">
                <a:solidFill>
                  <a:schemeClr val="bg1"/>
                </a:solidFill>
              </a:defRPr>
            </a:lvl4pPr>
            <a:lvl5pPr marL="198000" indent="-198000" algn="l">
              <a:lnSpc>
                <a:spcPct val="100000"/>
              </a:lnSpc>
              <a:spcBef>
                <a:spcPts val="0"/>
              </a:spcBef>
              <a:spcAft>
                <a:spcPts val="800"/>
              </a:spcAft>
              <a:buFont typeface="+mj-lt"/>
              <a:buAutoNum type="arabicPeriod"/>
              <a:defRPr sz="1400" b="0">
                <a:solidFill>
                  <a:schemeClr val="bg1"/>
                </a:solidFill>
              </a:defRPr>
            </a:lvl5pPr>
            <a:lvl6pPr marL="198000" indent="-198000" algn="l">
              <a:lnSpc>
                <a:spcPct val="100000"/>
              </a:lnSpc>
              <a:spcBef>
                <a:spcPts val="0"/>
              </a:spcBef>
              <a:spcAft>
                <a:spcPts val="800"/>
              </a:spcAft>
              <a:buFont typeface="+mj-lt"/>
              <a:buAutoNum type="arabicPeriod"/>
              <a:defRPr sz="1400" b="0">
                <a:solidFill>
                  <a:schemeClr val="bg1"/>
                </a:solidFill>
              </a:defRPr>
            </a:lvl6pPr>
            <a:lvl7pPr marL="198000" indent="-198000" algn="l">
              <a:lnSpc>
                <a:spcPct val="100000"/>
              </a:lnSpc>
              <a:spcBef>
                <a:spcPts val="0"/>
              </a:spcBef>
              <a:spcAft>
                <a:spcPts val="800"/>
              </a:spcAft>
              <a:buFont typeface="+mj-lt"/>
              <a:buAutoNum type="arabicPeriod"/>
              <a:defRPr sz="1400" b="0">
                <a:solidFill>
                  <a:schemeClr val="bg1"/>
                </a:solidFill>
              </a:defRPr>
            </a:lvl7pPr>
            <a:lvl8pPr marL="198000" indent="-198000" algn="l">
              <a:lnSpc>
                <a:spcPct val="100000"/>
              </a:lnSpc>
              <a:spcBef>
                <a:spcPts val="0"/>
              </a:spcBef>
              <a:spcAft>
                <a:spcPts val="800"/>
              </a:spcAft>
              <a:buFont typeface="+mj-lt"/>
              <a:buAutoNum type="arabicPeriod"/>
              <a:defRPr sz="1400" b="0">
                <a:solidFill>
                  <a:schemeClr val="bg1"/>
                </a:solidFill>
              </a:defRPr>
            </a:lvl8pPr>
            <a:lvl9pPr marL="198000" indent="-198000" algn="l">
              <a:lnSpc>
                <a:spcPct val="100000"/>
              </a:lnSpc>
              <a:spcBef>
                <a:spcPts val="0"/>
              </a:spcBef>
              <a:spcAft>
                <a:spcPts val="800"/>
              </a:spcAft>
              <a:buFont typeface="+mj-lt"/>
              <a:buAutoNum type="arabicPeriod"/>
              <a:defRPr sz="1400" b="0">
                <a:solidFill>
                  <a:schemeClr val="bg1"/>
                </a:solidFill>
              </a:defRPr>
            </a:lvl9pPr>
          </a:lstStyle>
          <a:p>
            <a:pPr lvl="0">
              <a:defRPr/>
            </a:pPr>
            <a:r>
              <a:rPr lang="de-DE"/>
              <a:t>Gliederungspunkte (Hervorhebung Gliederungspunkt in Bold)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2" name="Inhalt"/>
          <p:cNvSpPr>
            <a:spLocks noGrp="1"/>
          </p:cNvSpPr>
          <p:nvPr>
            <p:ph idx="1" hasCustomPrompt="1"/>
          </p:nvPr>
        </p:nvSpPr>
        <p:spPr bwMode="auto">
          <a:xfrm>
            <a:off x="422275" y="2263774"/>
            <a:ext cx="8445500" cy="3757613"/>
          </a:xfrm>
        </p:spPr>
        <p:txBody>
          <a:bodyPr/>
          <a:lstStyle/>
          <a:p>
            <a:pPr lvl="0">
              <a:defRPr/>
            </a:pPr>
            <a:r>
              <a:rPr lang="de-DE"/>
              <a:t>Bitte fügen Sie hier Ihren Text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3" name="Headline"/>
          <p:cNvSpPr>
            <a:spLocks noGrp="1"/>
          </p:cNvSpPr>
          <p:nvPr>
            <p:ph type="title" hasCustomPrompt="1"/>
          </p:nvPr>
        </p:nvSpPr>
        <p:spPr bwMode="auto">
          <a:xfrm>
            <a:off x="422275" y="1246189"/>
            <a:ext cx="8445500" cy="864000"/>
          </a:xfrm>
        </p:spPr>
        <p:txBody>
          <a:bodyPr/>
          <a:lstStyle>
            <a:lvl1pPr>
              <a:defRPr/>
            </a:lvl1pPr>
          </a:lstStyle>
          <a:p>
            <a:pPr>
              <a:defRPr/>
            </a:pPr>
            <a:r>
              <a:rPr lang="de-DE"/>
              <a:t>Überschrift</a:t>
            </a:r>
            <a:br>
              <a:rPr lang="de-DE"/>
            </a:br>
            <a:r>
              <a:rPr lang="de-DE"/>
              <a:t>maximal zwei Zeilen</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showMasterPhAnim="0" preserve="1" userDrawn="1">
  <p:cSld name="Blaues Design: Bild / Text + Gliederung">
    <p:spTree>
      <p:nvGrpSpPr>
        <p:cNvPr id="1" name=""/>
        <p:cNvGrpSpPr/>
        <p:nvPr/>
      </p:nvGrpSpPr>
      <p:grpSpPr bwMode="auto">
        <a:xfrm>
          <a:off x="0" y="0"/>
          <a:ext cx="0" cy="0"/>
          <a:chOff x="0" y="0"/>
          <a:chExt cx="0" cy="0"/>
        </a:xfrm>
      </p:grpSpPr>
      <p:sp>
        <p:nvSpPr>
          <p:cNvPr id="12" name="Fläche"/>
          <p:cNvSpPr/>
          <p:nvPr userDrawn="1"/>
        </p:nvSpPr>
        <p:spPr bwMode="auto">
          <a:xfrm>
            <a:off x="9203055" y="0"/>
            <a:ext cx="2988945"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grpSp>
        <p:nvGrpSpPr>
          <p:cNvPr id="2" name="Grafik"/>
          <p:cNvGrpSpPr>
            <a:grpSpLocks noGrp="1" noUngrp="1" noRot="1" noChangeAspect="1" noMove="1" noResize="1"/>
          </p:cNvGrpSpPr>
          <p:nvPr userDrawn="1"/>
        </p:nvGrpSpPr>
        <p:grpSpPr bwMode="auto">
          <a:xfrm>
            <a:off x="9383713" y="160338"/>
            <a:ext cx="2808287" cy="6697662"/>
            <a:chOff x="5911" y="101"/>
            <a:chExt cx="1769" cy="4219"/>
          </a:xfrm>
        </p:grpSpPr>
        <p:sp>
          <p:nvSpPr>
            <p:cNvPr id="7" name="Freeform 5"/>
            <p:cNvSpPr>
              <a:spLocks noGrp="1" noRot="1" noMove="1" noResize="1" noEditPoints="1" noAdjustHandles="1" noChangeArrowheads="1" noChangeShapeType="1"/>
            </p:cNvSpPr>
            <p:nvPr userDrawn="1"/>
          </p:nvSpPr>
          <p:spPr bwMode="auto">
            <a:xfrm>
              <a:off x="6922" y="200"/>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3" name="Freeform 6"/>
            <p:cNvSpPr>
              <a:spLocks noGrp="1" noRot="1" noMove="1" noResize="1" noEditPoints="1" noAdjustHandles="1" noChangeArrowheads="1" noChangeShapeType="1"/>
            </p:cNvSpPr>
            <p:nvPr userDrawn="1"/>
          </p:nvSpPr>
          <p:spPr bwMode="auto">
            <a:xfrm>
              <a:off x="6669" y="395"/>
              <a:ext cx="127"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865"/>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5" name="Freeform 7"/>
            <p:cNvSpPr>
              <a:spLocks noGrp="1" noRot="1" noMove="1" noResize="1" noEditPoints="1" noAdjustHandles="1" noChangeArrowheads="1" noChangeShapeType="1"/>
            </p:cNvSpPr>
            <p:nvPr userDrawn="1"/>
          </p:nvSpPr>
          <p:spPr bwMode="auto">
            <a:xfrm>
              <a:off x="6416" y="101"/>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A88C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6" name="Freeform 8"/>
            <p:cNvSpPr>
              <a:spLocks noGrp="1" noRot="1" noMove="1" noResize="1" noEditPoints="1" noAdjustHandles="1" noChangeArrowheads="1" noChangeShapeType="1"/>
            </p:cNvSpPr>
            <p:nvPr userDrawn="1"/>
          </p:nvSpPr>
          <p:spPr bwMode="auto">
            <a:xfrm>
              <a:off x="6543" y="49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7" name="Freeform 9"/>
            <p:cNvSpPr>
              <a:spLocks noGrp="1" noRot="1" noMove="1" noResize="1" noEditPoints="1" noAdjustHandles="1" noChangeArrowheads="1" noChangeShapeType="1"/>
            </p:cNvSpPr>
            <p:nvPr userDrawn="1"/>
          </p:nvSpPr>
          <p:spPr bwMode="auto">
            <a:xfrm>
              <a:off x="6922" y="49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8" name="Freeform 10"/>
            <p:cNvSpPr>
              <a:spLocks noGrp="1" noRot="1" noMove="1" noResize="1" noEditPoints="1" noAdjustHandles="1" noChangeArrowheads="1" noChangeShapeType="1"/>
            </p:cNvSpPr>
            <p:nvPr userDrawn="1"/>
          </p:nvSpPr>
          <p:spPr bwMode="auto">
            <a:xfrm>
              <a:off x="6796" y="69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9" name="Freeform 11"/>
            <p:cNvSpPr>
              <a:spLocks noGrp="1" noRot="1" noMove="1" noResize="1" noEditPoints="1" noAdjustHandles="1" noChangeArrowheads="1" noChangeShapeType="1"/>
            </p:cNvSpPr>
            <p:nvPr userDrawn="1"/>
          </p:nvSpPr>
          <p:spPr bwMode="auto">
            <a:xfrm>
              <a:off x="6290" y="297"/>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0" name="Freeform 12"/>
            <p:cNvSpPr>
              <a:spLocks noGrp="1" noRot="1" noMove="1" noResize="1" noEditPoints="1" noAdjustHandles="1" noChangeArrowheads="1" noChangeShapeType="1"/>
            </p:cNvSpPr>
            <p:nvPr userDrawn="1"/>
          </p:nvSpPr>
          <p:spPr bwMode="auto">
            <a:xfrm>
              <a:off x="7175" y="101"/>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1" name="Freeform 13"/>
            <p:cNvSpPr>
              <a:spLocks noGrp="1" noRot="1" noMove="1" noResize="1" noEditPoints="1" noAdjustHandles="1" noChangeArrowheads="1" noChangeShapeType="1"/>
            </p:cNvSpPr>
            <p:nvPr userDrawn="1"/>
          </p:nvSpPr>
          <p:spPr bwMode="auto">
            <a:xfrm>
              <a:off x="6543" y="298"/>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2" name="Freeform 14"/>
            <p:cNvSpPr>
              <a:spLocks noGrp="1" noRot="1" noMove="1" noResize="1" noEditPoints="1" noAdjustHandles="1" noChangeArrowheads="1" noChangeShapeType="1"/>
            </p:cNvSpPr>
            <p:nvPr userDrawn="1"/>
          </p:nvSpPr>
          <p:spPr bwMode="auto">
            <a:xfrm>
              <a:off x="7048" y="494"/>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 name="Freeform 15"/>
            <p:cNvSpPr>
              <a:spLocks noGrp="1" noRot="1" noMove="1" noResize="1" noEditPoints="1" noAdjustHandles="1" noChangeArrowheads="1" noChangeShapeType="1"/>
            </p:cNvSpPr>
            <p:nvPr userDrawn="1"/>
          </p:nvSpPr>
          <p:spPr bwMode="auto">
            <a:xfrm>
              <a:off x="6796" y="200"/>
              <a:ext cx="126" cy="196"/>
            </a:xfrm>
            <a:custGeom>
              <a:avLst/>
              <a:gdLst>
                <a:gd name="T0" fmla="*/ 0 w 554"/>
                <a:gd name="T1" fmla="*/ 0 h 865"/>
                <a:gd name="T2" fmla="*/ 0 w 554"/>
                <a:gd name="T3" fmla="*/ 433 h 865"/>
                <a:gd name="T4" fmla="*/ 0 w 554"/>
                <a:gd name="T5" fmla="*/ 865 h 865"/>
                <a:gd name="T6" fmla="*/ 554 w 554"/>
                <a:gd name="T7" fmla="*/ 433 h 865"/>
                <a:gd name="T8" fmla="*/ 0 w 554"/>
                <a:gd name="T9" fmla="*/ 0 h 865"/>
              </a:gdLst>
              <a:ahLst/>
              <a:cxnLst>
                <a:cxn ang="0">
                  <a:pos x="T0" y="T1"/>
                </a:cxn>
                <a:cxn ang="0">
                  <a:pos x="T2" y="T3"/>
                </a:cxn>
                <a:cxn ang="0">
                  <a:pos x="T4" y="T5"/>
                </a:cxn>
                <a:cxn ang="0">
                  <a:pos x="T6" y="T7"/>
                </a:cxn>
                <a:cxn ang="0">
                  <a:pos x="T8" y="T9"/>
                </a:cxn>
              </a:cxnLst>
              <a:rect l="0" t="0" r="r" b="b"/>
              <a:pathLst>
                <a:path w="554" h="865" extrusionOk="0">
                  <a:moveTo>
                    <a:pt x="0" y="0"/>
                  </a:moveTo>
                  <a:lnTo>
                    <a:pt x="0" y="433"/>
                  </a:lnTo>
                  <a:lnTo>
                    <a:pt x="0" y="865"/>
                  </a:lnTo>
                  <a:lnTo>
                    <a:pt x="554" y="433"/>
                  </a:lnTo>
                  <a:lnTo>
                    <a:pt x="0" y="0"/>
                  </a:lnTo>
                  <a:close/>
                </a:path>
              </a:pathLst>
            </a:custGeom>
            <a:solidFill>
              <a:srgbClr val="B9EDED"/>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 name="Freeform 16"/>
            <p:cNvSpPr>
              <a:spLocks noGrp="1" noRot="1" noMove="1" noResize="1" noEditPoints="1" noAdjustHandles="1" noChangeArrowheads="1" noChangeShapeType="1"/>
            </p:cNvSpPr>
            <p:nvPr userDrawn="1"/>
          </p:nvSpPr>
          <p:spPr bwMode="auto">
            <a:xfrm>
              <a:off x="6290" y="49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 name="Freeform 17"/>
            <p:cNvSpPr>
              <a:spLocks noGrp="1" noRot="1" noMove="1" noResize="1" noEditPoints="1" noAdjustHandles="1" noChangeArrowheads="1" noChangeShapeType="1"/>
            </p:cNvSpPr>
            <p:nvPr userDrawn="1"/>
          </p:nvSpPr>
          <p:spPr bwMode="auto">
            <a:xfrm>
              <a:off x="6037" y="395"/>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 name="Freeform 18"/>
            <p:cNvSpPr>
              <a:spLocks noGrp="1" noRot="1" noMove="1" noResize="1" noEditPoints="1" noAdjustHandles="1" noChangeArrowheads="1" noChangeShapeType="1"/>
            </p:cNvSpPr>
            <p:nvPr userDrawn="1"/>
          </p:nvSpPr>
          <p:spPr bwMode="auto">
            <a:xfrm>
              <a:off x="6164" y="59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7" name="Freeform 19"/>
            <p:cNvSpPr>
              <a:spLocks noGrp="1" noRot="1" noMove="1" noResize="1" noEditPoints="1" noAdjustHandles="1" noChangeArrowheads="1" noChangeShapeType="1"/>
            </p:cNvSpPr>
            <p:nvPr userDrawn="1"/>
          </p:nvSpPr>
          <p:spPr bwMode="auto">
            <a:xfrm>
              <a:off x="7301" y="29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8" name="Freeform 20"/>
            <p:cNvSpPr>
              <a:spLocks noGrp="1" noRot="1" noMove="1" noResize="1" noEditPoints="1" noAdjustHandles="1" noChangeArrowheads="1" noChangeShapeType="1"/>
            </p:cNvSpPr>
            <p:nvPr userDrawn="1"/>
          </p:nvSpPr>
          <p:spPr bwMode="auto">
            <a:xfrm>
              <a:off x="6416" y="494"/>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B9EDED"/>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9" name="Freeform 21"/>
            <p:cNvSpPr>
              <a:spLocks noGrp="1" noRot="1" noMove="1" noResize="1" noEditPoints="1" noAdjustHandles="1" noChangeArrowheads="1" noChangeShapeType="1"/>
            </p:cNvSpPr>
            <p:nvPr userDrawn="1"/>
          </p:nvSpPr>
          <p:spPr bwMode="auto">
            <a:xfrm>
              <a:off x="5911" y="200"/>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0" name="Freeform 22"/>
            <p:cNvSpPr>
              <a:spLocks noGrp="1" noRot="1" noMove="1" noResize="1" noEditPoints="1" noAdjustHandles="1" noChangeArrowheads="1" noChangeShapeType="1"/>
            </p:cNvSpPr>
            <p:nvPr userDrawn="1"/>
          </p:nvSpPr>
          <p:spPr bwMode="auto">
            <a:xfrm>
              <a:off x="7427" y="395"/>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1" name="Freeform 23"/>
            <p:cNvSpPr>
              <a:spLocks noGrp="1" noRot="1" noMove="1" noResize="1" noEditPoints="1" noAdjustHandles="1" noChangeArrowheads="1" noChangeShapeType="1"/>
            </p:cNvSpPr>
            <p:nvPr userDrawn="1"/>
          </p:nvSpPr>
          <p:spPr bwMode="auto">
            <a:xfrm>
              <a:off x="7554" y="3928"/>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2" name="Freeform 24"/>
            <p:cNvSpPr>
              <a:spLocks noGrp="1" noRot="1" noMove="1" noResize="1" noEditPoints="1" noAdjustHandles="1" noChangeArrowheads="1" noChangeShapeType="1"/>
            </p:cNvSpPr>
            <p:nvPr userDrawn="1"/>
          </p:nvSpPr>
          <p:spPr bwMode="auto">
            <a:xfrm>
              <a:off x="7427" y="3731"/>
              <a:ext cx="127"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3" name="Freeform 25"/>
            <p:cNvSpPr>
              <a:spLocks noGrp="1" noRot="1" noMove="1" noResize="1" noEditPoints="1" noAdjustHandles="1" noChangeArrowheads="1" noChangeShapeType="1"/>
            </p:cNvSpPr>
            <p:nvPr userDrawn="1"/>
          </p:nvSpPr>
          <p:spPr bwMode="auto">
            <a:xfrm>
              <a:off x="7554" y="36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4" name="Freeform 26"/>
            <p:cNvSpPr>
              <a:spLocks noGrp="1" noRot="1" noMove="1" noResize="1" noEditPoints="1" noAdjustHandles="1" noChangeArrowheads="1" noChangeShapeType="1"/>
            </p:cNvSpPr>
            <p:nvPr userDrawn="1"/>
          </p:nvSpPr>
          <p:spPr bwMode="auto">
            <a:xfrm>
              <a:off x="7427" y="3829"/>
              <a:ext cx="127"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B9EDED"/>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5" name="Freeform 27"/>
            <p:cNvSpPr>
              <a:spLocks noGrp="1" noRot="1" noMove="1" noResize="1" noEditPoints="1" noAdjustHandles="1" noChangeArrowheads="1" noChangeShapeType="1"/>
            </p:cNvSpPr>
            <p:nvPr userDrawn="1"/>
          </p:nvSpPr>
          <p:spPr bwMode="auto">
            <a:xfrm>
              <a:off x="7427" y="4124"/>
              <a:ext cx="127"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6" name="Freeform 28"/>
            <p:cNvSpPr>
              <a:spLocks noGrp="1" noRot="1" noMove="1" noResize="1" noEditPoints="1" noAdjustHandles="1" noChangeArrowheads="1" noChangeShapeType="1"/>
            </p:cNvSpPr>
            <p:nvPr userDrawn="1"/>
          </p:nvSpPr>
          <p:spPr bwMode="auto">
            <a:xfrm>
              <a:off x="7554" y="402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9865B9"/>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pic>
        <p:nvPicPr>
          <p:cNvPr id="41" name="UNIVERSITÄT PADERBORN Logo"/>
          <p:cNvPicPr>
            <a:picLocks noGrp="1" noRot="1" noChangeAspect="1" noMove="1" noResize="1" noEditPoints="1" noAdjustHandles="1" noChangeArrowheads="1" noChangeShapeType="1" noCrop="1"/>
          </p:cNvPicPr>
          <p:nvPr userDrawn="1"/>
        </p:nvPicPr>
        <p:blipFill>
          <a:blip r:embed="rId2"/>
          <a:stretch/>
        </p:blipFill>
        <p:spPr bwMode="auto">
          <a:xfrm>
            <a:off x="306883" y="307090"/>
            <a:ext cx="1692000" cy="688834"/>
          </a:xfrm>
          <a:prstGeom prst="rect">
            <a:avLst/>
          </a:prstGeom>
        </p:spPr>
      </p:pic>
      <p:sp>
        <p:nvSpPr>
          <p:cNvPr id="6" name="Foliennummer"/>
          <p:cNvSpPr>
            <a:spLocks noGrp="1"/>
          </p:cNvSpPr>
          <p:nvPr userDrawn="1">
            <p:ph type="sldNum" sz="quarter" idx="12"/>
          </p:nvPr>
        </p:nvSpPr>
        <p:spPr bwMode="auto"/>
        <p:txBody>
          <a:bodyPr/>
          <a:lstStyle>
            <a:lvl1pPr>
              <a:defRPr>
                <a:solidFill>
                  <a:schemeClr val="bg1"/>
                </a:solidFill>
              </a:defRPr>
            </a:lvl1pPr>
          </a:lstStyle>
          <a:p>
            <a:pPr>
              <a:defRPr/>
            </a:pPr>
            <a:fld id="{E6AA5693-5562-46BF-BAF4-16238AB6C896}" type="slidenum">
              <a:rPr lang="de-DE"/>
              <a:t>‹#›</a:t>
            </a:fld>
            <a:endParaRPr lang="de-DE"/>
          </a:p>
        </p:txBody>
      </p:sp>
      <p:sp>
        <p:nvSpPr>
          <p:cNvPr id="5" name="Fußzeile"/>
          <p:cNvSpPr>
            <a:spLocks noGrp="1"/>
          </p:cNvSpPr>
          <p:nvPr userDrawn="1">
            <p:ph type="ftr" sz="quarter" idx="11"/>
          </p:nvPr>
        </p:nvSpPr>
        <p:spPr bwMode="auto"/>
        <p:txBody>
          <a:bodyPr/>
          <a:lstStyle>
            <a:lvl1pPr>
              <a:defRPr/>
            </a:lvl1pPr>
          </a:lstStyle>
          <a:p>
            <a:pPr>
              <a:defRPr/>
            </a:pPr>
            <a:r>
              <a:rPr lang="en-US" noProof="0" dirty="0"/>
              <a:t>Prof. Dr. Oliver Müller | DC2HEAT | January 2026</a:t>
            </a:r>
          </a:p>
        </p:txBody>
      </p:sp>
      <p:sp>
        <p:nvSpPr>
          <p:cNvPr id="10" name="Gliederung"/>
          <p:cNvSpPr>
            <a:spLocks noGrp="1"/>
          </p:cNvSpPr>
          <p:nvPr userDrawn="1">
            <p:ph type="body" orient="vert" idx="15" hasCustomPrompt="1"/>
          </p:nvPr>
        </p:nvSpPr>
        <p:spPr bwMode="auto">
          <a:xfrm>
            <a:off x="9583738" y="2030412"/>
            <a:ext cx="2185987" cy="3990976"/>
          </a:xfrm>
          <a:prstGeom prst="rect">
            <a:avLst/>
          </a:prstGeom>
        </p:spPr>
        <p:txBody>
          <a:bodyPr vert="horz" numCol="1"/>
          <a:lstStyle>
            <a:lvl1pPr marL="198000" indent="-198000" algn="l">
              <a:lnSpc>
                <a:spcPct val="100000"/>
              </a:lnSpc>
              <a:spcBef>
                <a:spcPts val="0"/>
              </a:spcBef>
              <a:spcAft>
                <a:spcPts val="800"/>
              </a:spcAft>
              <a:buFont typeface="+mj-lt"/>
              <a:buAutoNum type="arabicPeriod"/>
              <a:defRPr sz="1400" b="0">
                <a:solidFill>
                  <a:schemeClr val="bg1"/>
                </a:solidFill>
              </a:defRPr>
            </a:lvl1pPr>
            <a:lvl2pPr marL="198000" indent="-198000" algn="l">
              <a:lnSpc>
                <a:spcPct val="100000"/>
              </a:lnSpc>
              <a:spcBef>
                <a:spcPts val="0"/>
              </a:spcBef>
              <a:spcAft>
                <a:spcPts val="800"/>
              </a:spcAft>
              <a:buFont typeface="+mj-lt"/>
              <a:buAutoNum type="arabicPeriod"/>
              <a:defRPr sz="1400" b="0">
                <a:solidFill>
                  <a:schemeClr val="bg1"/>
                </a:solidFill>
              </a:defRPr>
            </a:lvl2pPr>
            <a:lvl3pPr marL="198000" indent="-198000" algn="l">
              <a:lnSpc>
                <a:spcPct val="100000"/>
              </a:lnSpc>
              <a:spcBef>
                <a:spcPts val="0"/>
              </a:spcBef>
              <a:spcAft>
                <a:spcPts val="800"/>
              </a:spcAft>
              <a:buFont typeface="+mj-lt"/>
              <a:buAutoNum type="arabicPeriod"/>
              <a:defRPr sz="1400" b="0">
                <a:solidFill>
                  <a:schemeClr val="bg1"/>
                </a:solidFill>
              </a:defRPr>
            </a:lvl3pPr>
            <a:lvl4pPr marL="198000" indent="-198000" algn="l">
              <a:lnSpc>
                <a:spcPct val="100000"/>
              </a:lnSpc>
              <a:spcBef>
                <a:spcPts val="0"/>
              </a:spcBef>
              <a:spcAft>
                <a:spcPts val="800"/>
              </a:spcAft>
              <a:buFont typeface="+mj-lt"/>
              <a:buAutoNum type="arabicPeriod"/>
              <a:defRPr sz="1400" b="0">
                <a:solidFill>
                  <a:schemeClr val="bg1"/>
                </a:solidFill>
              </a:defRPr>
            </a:lvl4pPr>
            <a:lvl5pPr marL="198000" indent="-198000" algn="l">
              <a:lnSpc>
                <a:spcPct val="100000"/>
              </a:lnSpc>
              <a:spcBef>
                <a:spcPts val="0"/>
              </a:spcBef>
              <a:spcAft>
                <a:spcPts val="800"/>
              </a:spcAft>
              <a:buFont typeface="+mj-lt"/>
              <a:buAutoNum type="arabicPeriod"/>
              <a:defRPr sz="1400" b="0">
                <a:solidFill>
                  <a:schemeClr val="bg1"/>
                </a:solidFill>
              </a:defRPr>
            </a:lvl5pPr>
            <a:lvl6pPr marL="198000" indent="-198000" algn="l">
              <a:lnSpc>
                <a:spcPct val="100000"/>
              </a:lnSpc>
              <a:spcBef>
                <a:spcPts val="0"/>
              </a:spcBef>
              <a:spcAft>
                <a:spcPts val="800"/>
              </a:spcAft>
              <a:buFont typeface="+mj-lt"/>
              <a:buAutoNum type="arabicPeriod"/>
              <a:defRPr sz="1400" b="0">
                <a:solidFill>
                  <a:schemeClr val="bg1"/>
                </a:solidFill>
              </a:defRPr>
            </a:lvl6pPr>
            <a:lvl7pPr marL="198000" indent="-198000" algn="l">
              <a:lnSpc>
                <a:spcPct val="100000"/>
              </a:lnSpc>
              <a:spcBef>
                <a:spcPts val="0"/>
              </a:spcBef>
              <a:spcAft>
                <a:spcPts val="800"/>
              </a:spcAft>
              <a:buFont typeface="+mj-lt"/>
              <a:buAutoNum type="arabicPeriod"/>
              <a:defRPr sz="1400" b="0">
                <a:solidFill>
                  <a:schemeClr val="bg1"/>
                </a:solidFill>
              </a:defRPr>
            </a:lvl7pPr>
            <a:lvl8pPr marL="198000" indent="-198000" algn="l">
              <a:lnSpc>
                <a:spcPct val="100000"/>
              </a:lnSpc>
              <a:spcBef>
                <a:spcPts val="0"/>
              </a:spcBef>
              <a:spcAft>
                <a:spcPts val="800"/>
              </a:spcAft>
              <a:buFont typeface="+mj-lt"/>
              <a:buAutoNum type="arabicPeriod"/>
              <a:defRPr sz="1400" b="0">
                <a:solidFill>
                  <a:schemeClr val="bg1"/>
                </a:solidFill>
              </a:defRPr>
            </a:lvl8pPr>
            <a:lvl9pPr marL="198000" indent="-198000" algn="l">
              <a:lnSpc>
                <a:spcPct val="100000"/>
              </a:lnSpc>
              <a:spcBef>
                <a:spcPts val="0"/>
              </a:spcBef>
              <a:spcAft>
                <a:spcPts val="800"/>
              </a:spcAft>
              <a:buFont typeface="+mj-lt"/>
              <a:buAutoNum type="arabicPeriod"/>
              <a:defRPr sz="1400" b="0">
                <a:solidFill>
                  <a:schemeClr val="bg1"/>
                </a:solidFill>
              </a:defRPr>
            </a:lvl9pPr>
          </a:lstStyle>
          <a:p>
            <a:pPr lvl="0">
              <a:defRPr/>
            </a:pPr>
            <a:r>
              <a:rPr lang="de-DE"/>
              <a:t>Gliederungspunkte (Hervorhebung Gliederungspunkt in Bold)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4" name="Text"/>
          <p:cNvSpPr>
            <a:spLocks noGrp="1"/>
          </p:cNvSpPr>
          <p:nvPr userDrawn="1">
            <p:ph type="body" orient="vert" idx="1" hasCustomPrompt="1"/>
          </p:nvPr>
        </p:nvSpPr>
        <p:spPr bwMode="auto">
          <a:xfrm>
            <a:off x="3611562" y="2263774"/>
            <a:ext cx="5256212" cy="3757614"/>
          </a:xfrm>
          <a:prstGeom prst="rect">
            <a:avLst/>
          </a:prstGeom>
        </p:spPr>
        <p:txBody>
          <a:bodyPr vert="horz" numCol="1"/>
          <a:lstStyle/>
          <a:p>
            <a:pPr lvl="0">
              <a:defRPr/>
            </a:pPr>
            <a:r>
              <a:rPr lang="de-DE"/>
              <a:t>Bitte fügen Sie hier Ihren Text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8" name="Headline"/>
          <p:cNvSpPr>
            <a:spLocks noGrp="1"/>
          </p:cNvSpPr>
          <p:nvPr userDrawn="1">
            <p:ph type="title" hasCustomPrompt="1"/>
          </p:nvPr>
        </p:nvSpPr>
        <p:spPr bwMode="auto">
          <a:xfrm>
            <a:off x="3611564" y="1246189"/>
            <a:ext cx="5256212" cy="864000"/>
          </a:xfrm>
        </p:spPr>
        <p:txBody>
          <a:bodyPr/>
          <a:lstStyle>
            <a:lvl1pPr>
              <a:defRPr/>
            </a:lvl1pPr>
          </a:lstStyle>
          <a:p>
            <a:pPr>
              <a:defRPr/>
            </a:pPr>
            <a:r>
              <a:rPr lang="de-DE"/>
              <a:t>Überschrift</a:t>
            </a:r>
            <a:br>
              <a:rPr lang="de-DE"/>
            </a:br>
            <a:r>
              <a:rPr lang="de-DE"/>
              <a:t>maximal zwei Zeilen</a:t>
            </a:r>
            <a:endParaRPr/>
          </a:p>
        </p:txBody>
      </p:sp>
      <p:sp>
        <p:nvSpPr>
          <p:cNvPr id="11" name="Bildunterzeile"/>
          <p:cNvSpPr>
            <a:spLocks noGrp="1"/>
          </p:cNvSpPr>
          <p:nvPr userDrawn="1">
            <p:ph type="body" orient="vert" idx="14" hasCustomPrompt="1"/>
          </p:nvPr>
        </p:nvSpPr>
        <p:spPr bwMode="auto">
          <a:xfrm>
            <a:off x="422274" y="5768975"/>
            <a:ext cx="2894013" cy="252413"/>
          </a:xfrm>
          <a:prstGeom prst="rect">
            <a:avLst/>
          </a:prstGeom>
        </p:spPr>
        <p:txBody>
          <a:bodyPr vert="horz" numCol="1"/>
          <a:lstStyle>
            <a:lvl1pPr marL="0" indent="0">
              <a:lnSpc>
                <a:spcPct val="100000"/>
              </a:lnSpc>
              <a:spcBef>
                <a:spcPts val="0"/>
              </a:spcBef>
              <a:spcAft>
                <a:spcPts val="0"/>
              </a:spcAft>
              <a:buFont typeface="+mj-lt"/>
              <a:buNone/>
              <a:defRPr sz="1400">
                <a:latin typeface="+mj-lt"/>
              </a:defRPr>
            </a:lvl1pPr>
            <a:lvl2pPr marL="0" indent="0">
              <a:lnSpc>
                <a:spcPct val="100000"/>
              </a:lnSpc>
              <a:spcBef>
                <a:spcPts val="0"/>
              </a:spcBef>
              <a:spcAft>
                <a:spcPts val="0"/>
              </a:spcAft>
              <a:buFont typeface="+mj-lt"/>
              <a:buNone/>
              <a:defRPr sz="1400">
                <a:latin typeface="+mj-lt"/>
              </a:defRPr>
            </a:lvl2pPr>
            <a:lvl3pPr marL="0" indent="0">
              <a:lnSpc>
                <a:spcPct val="100000"/>
              </a:lnSpc>
              <a:spcBef>
                <a:spcPts val="0"/>
              </a:spcBef>
              <a:spcAft>
                <a:spcPts val="0"/>
              </a:spcAft>
              <a:buFont typeface="+mj-lt"/>
              <a:buNone/>
              <a:defRPr sz="1400">
                <a:latin typeface="+mj-lt"/>
              </a:defRPr>
            </a:lvl3pPr>
            <a:lvl4pPr marL="0" indent="0">
              <a:lnSpc>
                <a:spcPct val="100000"/>
              </a:lnSpc>
              <a:spcBef>
                <a:spcPts val="0"/>
              </a:spcBef>
              <a:spcAft>
                <a:spcPts val="0"/>
              </a:spcAft>
              <a:buFont typeface="+mj-lt"/>
              <a:buNone/>
              <a:defRPr sz="1400">
                <a:latin typeface="+mj-lt"/>
              </a:defRPr>
            </a:lvl4pPr>
            <a:lvl5pPr marL="0" indent="0">
              <a:lnSpc>
                <a:spcPct val="100000"/>
              </a:lnSpc>
              <a:spcBef>
                <a:spcPts val="0"/>
              </a:spcBef>
              <a:spcAft>
                <a:spcPts val="0"/>
              </a:spcAft>
              <a:buFont typeface="+mj-lt"/>
              <a:buNone/>
              <a:defRPr sz="1400">
                <a:latin typeface="+mj-lt"/>
              </a:defRPr>
            </a:lvl5pPr>
            <a:lvl6pPr marL="0" indent="0">
              <a:lnSpc>
                <a:spcPct val="100000"/>
              </a:lnSpc>
              <a:spcBef>
                <a:spcPts val="0"/>
              </a:spcBef>
              <a:spcAft>
                <a:spcPts val="0"/>
              </a:spcAft>
              <a:buFont typeface="+mj-lt"/>
              <a:buNone/>
              <a:defRPr sz="1400">
                <a:latin typeface="+mj-lt"/>
              </a:defRPr>
            </a:lvl6pPr>
            <a:lvl7pPr marL="0" indent="0">
              <a:lnSpc>
                <a:spcPct val="100000"/>
              </a:lnSpc>
              <a:spcBef>
                <a:spcPts val="0"/>
              </a:spcBef>
              <a:spcAft>
                <a:spcPts val="0"/>
              </a:spcAft>
              <a:buFont typeface="+mj-lt"/>
              <a:buNone/>
              <a:defRPr sz="1400">
                <a:latin typeface="+mj-lt"/>
              </a:defRPr>
            </a:lvl7pPr>
            <a:lvl8pPr marL="0" indent="0">
              <a:lnSpc>
                <a:spcPct val="100000"/>
              </a:lnSpc>
              <a:spcBef>
                <a:spcPts val="0"/>
              </a:spcBef>
              <a:spcAft>
                <a:spcPts val="0"/>
              </a:spcAft>
              <a:buFont typeface="+mj-lt"/>
              <a:buNone/>
              <a:defRPr sz="1400">
                <a:latin typeface="+mj-lt"/>
              </a:defRPr>
            </a:lvl8pPr>
            <a:lvl9pPr marL="0" indent="0">
              <a:lnSpc>
                <a:spcPct val="100000"/>
              </a:lnSpc>
              <a:spcBef>
                <a:spcPts val="0"/>
              </a:spcBef>
              <a:spcAft>
                <a:spcPts val="0"/>
              </a:spcAft>
              <a:buFont typeface="+mj-lt"/>
              <a:buNone/>
              <a:defRPr sz="1400">
                <a:latin typeface="+mj-lt"/>
              </a:defRPr>
            </a:lvl9pPr>
          </a:lstStyle>
          <a:p>
            <a:pPr>
              <a:defRPr/>
            </a:pPr>
            <a:r>
              <a:rPr lang="de-DE"/>
              <a:t>Platz für Bildunterzeile einzeilig</a:t>
            </a:r>
            <a:endParaRPr/>
          </a:p>
        </p:txBody>
      </p:sp>
      <p:sp>
        <p:nvSpPr>
          <p:cNvPr id="9" name="Bild"/>
          <p:cNvSpPr>
            <a:spLocks noGrp="1"/>
          </p:cNvSpPr>
          <p:nvPr userDrawn="1">
            <p:ph type="pic" sz="quarter" idx="13" hasCustomPrompt="1"/>
          </p:nvPr>
        </p:nvSpPr>
        <p:spPr bwMode="auto">
          <a:xfrm>
            <a:off x="422275" y="1246189"/>
            <a:ext cx="2894013" cy="4388400"/>
          </a:xfrm>
          <a:prstGeom prst="rect">
            <a:avLst/>
          </a:prstGeom>
          <a:solidFill>
            <a:schemeClr val="bg1">
              <a:lumMod val="95000"/>
            </a:schemeClr>
          </a:solidFill>
        </p:spPr>
        <p:txBody>
          <a:bodyPr anchor="ctr" anchorCtr="0"/>
          <a:lstStyle>
            <a:lvl1pPr algn="ctr">
              <a:defRPr/>
            </a:lvl1pPr>
          </a:lstStyle>
          <a:p>
            <a:pPr>
              <a:defRPr/>
            </a:pPr>
            <a:r>
              <a:rPr lang="de-DE"/>
              <a:t>Bild einfügen</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showMasterPhAnim="0" preserve="1" userDrawn="1">
  <p:cSld name="Literatur- verzeichnis">
    <p:spTree>
      <p:nvGrpSpPr>
        <p:cNvPr id="1" name=""/>
        <p:cNvGrpSpPr/>
        <p:nvPr/>
      </p:nvGrpSpPr>
      <p:grpSpPr bwMode="auto">
        <a:xfrm>
          <a:off x="0" y="0"/>
          <a:ext cx="0" cy="0"/>
          <a:chOff x="0" y="0"/>
          <a:chExt cx="0" cy="0"/>
        </a:xfrm>
      </p:grpSpPr>
      <p:grpSp>
        <p:nvGrpSpPr>
          <p:cNvPr id="21" name="Grafik"/>
          <p:cNvGrpSpPr>
            <a:grpSpLocks noGrp="1" noUngrp="1" noRot="1" noMove="1" noResize="1"/>
          </p:cNvGrpSpPr>
          <p:nvPr userDrawn="1"/>
        </p:nvGrpSpPr>
        <p:grpSpPr bwMode="auto">
          <a:xfrm>
            <a:off x="9183688" y="160338"/>
            <a:ext cx="3008312" cy="6697662"/>
            <a:chOff x="5790" y="101"/>
            <a:chExt cx="1895" cy="4219"/>
          </a:xfrm>
        </p:grpSpPr>
        <p:sp>
          <p:nvSpPr>
            <p:cNvPr id="22" name="Freeform 34"/>
            <p:cNvSpPr>
              <a:spLocks noGrp="1" noRot="1" noMove="1" noResize="1" noEditPoints="1" noAdjustHandles="1" noChangeArrowheads="1" noChangeShapeType="1"/>
            </p:cNvSpPr>
            <p:nvPr userDrawn="1"/>
          </p:nvSpPr>
          <p:spPr bwMode="auto">
            <a:xfrm>
              <a:off x="5916"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3" name="Freeform 35"/>
            <p:cNvSpPr>
              <a:spLocks noGrp="1" noRot="1" noMove="1" noResize="1" noEditPoints="1" noAdjustHandles="1" noChangeArrowheads="1" noChangeShapeType="1"/>
            </p:cNvSpPr>
            <p:nvPr userDrawn="1"/>
          </p:nvSpPr>
          <p:spPr bwMode="auto">
            <a:xfrm>
              <a:off x="5916"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4" name="Freeform 36"/>
            <p:cNvSpPr>
              <a:spLocks noGrp="1" noRot="1" noMove="1" noResize="1" noEditPoints="1" noAdjustHandles="1" noChangeArrowheads="1" noChangeShapeType="1"/>
            </p:cNvSpPr>
            <p:nvPr userDrawn="1"/>
          </p:nvSpPr>
          <p:spPr bwMode="auto">
            <a:xfrm>
              <a:off x="5790"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5" name="Freeform 37"/>
            <p:cNvSpPr>
              <a:spLocks noGrp="1" noRot="1" noMove="1" noResize="1" noEditPoints="1" noAdjustHandles="1" noChangeArrowheads="1" noChangeShapeType="1"/>
            </p:cNvSpPr>
            <p:nvPr userDrawn="1"/>
          </p:nvSpPr>
          <p:spPr bwMode="auto">
            <a:xfrm>
              <a:off x="7432"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 name="Freeform 38"/>
            <p:cNvSpPr>
              <a:spLocks noGrp="1" noRot="1" noMove="1" noResize="1" noEditPoints="1" noAdjustHandles="1" noChangeArrowheads="1" noChangeShapeType="1"/>
            </p:cNvSpPr>
            <p:nvPr userDrawn="1"/>
          </p:nvSpPr>
          <p:spPr bwMode="auto">
            <a:xfrm>
              <a:off x="7306" y="29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7" name="Freeform 39"/>
            <p:cNvSpPr>
              <a:spLocks noGrp="1" noRot="1" noMove="1" noResize="1" noEditPoints="1" noAdjustHandles="1" noChangeArrowheads="1" noChangeShapeType="1"/>
            </p:cNvSpPr>
            <p:nvPr userDrawn="1"/>
          </p:nvSpPr>
          <p:spPr bwMode="auto">
            <a:xfrm>
              <a:off x="7180" y="199"/>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8" name="Freeform 40"/>
            <p:cNvSpPr>
              <a:spLocks noGrp="1" noRot="1" noMove="1" noResize="1" noEditPoints="1" noAdjustHandles="1" noChangeArrowheads="1" noChangeShapeType="1"/>
            </p:cNvSpPr>
            <p:nvPr userDrawn="1"/>
          </p:nvSpPr>
          <p:spPr bwMode="auto">
            <a:xfrm>
              <a:off x="7432"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9" name="Freeform 41"/>
            <p:cNvSpPr>
              <a:spLocks noGrp="1" noRot="1" noMove="1" noResize="1" noEditPoints="1" noAdjustHandles="1" noChangeArrowheads="1" noChangeShapeType="1"/>
            </p:cNvSpPr>
            <p:nvPr userDrawn="1"/>
          </p:nvSpPr>
          <p:spPr bwMode="auto">
            <a:xfrm>
              <a:off x="7306"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0" name="Freeform 42"/>
            <p:cNvSpPr>
              <a:spLocks noGrp="1" noRot="1" noMove="1" noResize="1" noEditPoints="1" noAdjustHandles="1" noChangeArrowheads="1" noChangeShapeType="1"/>
            </p:cNvSpPr>
            <p:nvPr userDrawn="1"/>
          </p:nvSpPr>
          <p:spPr bwMode="auto">
            <a:xfrm>
              <a:off x="7180" y="10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1" name="Freeform 43"/>
            <p:cNvSpPr>
              <a:spLocks noGrp="1" noRot="1" noMove="1" noResize="1" noEditPoints="1" noAdjustHandles="1" noChangeArrowheads="1" noChangeShapeType="1"/>
            </p:cNvSpPr>
            <p:nvPr userDrawn="1"/>
          </p:nvSpPr>
          <p:spPr bwMode="auto">
            <a:xfrm>
              <a:off x="7306" y="395"/>
              <a:ext cx="126"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2" name="Freeform 44"/>
            <p:cNvSpPr>
              <a:spLocks noGrp="1" noRot="1" noMove="1" noResize="1" noEditPoints="1" noAdjustHandles="1" noChangeArrowheads="1" noChangeShapeType="1"/>
            </p:cNvSpPr>
            <p:nvPr userDrawn="1"/>
          </p:nvSpPr>
          <p:spPr bwMode="auto">
            <a:xfrm>
              <a:off x="7180" y="395"/>
              <a:ext cx="126" cy="197"/>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3" name="Freeform 45"/>
            <p:cNvSpPr>
              <a:spLocks noGrp="1" noRot="1" noMove="1" noResize="1" noEditPoints="1" noAdjustHandles="1" noChangeArrowheads="1" noChangeShapeType="1"/>
            </p:cNvSpPr>
            <p:nvPr userDrawn="1"/>
          </p:nvSpPr>
          <p:spPr bwMode="auto">
            <a:xfrm>
              <a:off x="6927" y="297"/>
              <a:ext cx="126" cy="197"/>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4" name="Freeform 46"/>
            <p:cNvSpPr>
              <a:spLocks noGrp="1" noRot="1" noMove="1" noResize="1" noEditPoints="1" noAdjustHandles="1" noChangeArrowheads="1" noChangeShapeType="1"/>
            </p:cNvSpPr>
            <p:nvPr userDrawn="1"/>
          </p:nvSpPr>
          <p:spPr bwMode="auto">
            <a:xfrm>
              <a:off x="6801" y="19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5" name="Freeform 47"/>
            <p:cNvSpPr>
              <a:spLocks noGrp="1" noRot="1" noMove="1" noResize="1" noEditPoints="1" noAdjustHandles="1" noChangeArrowheads="1" noChangeShapeType="1"/>
            </p:cNvSpPr>
            <p:nvPr userDrawn="1"/>
          </p:nvSpPr>
          <p:spPr bwMode="auto">
            <a:xfrm>
              <a:off x="6548"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6" name="Freeform 48"/>
            <p:cNvSpPr>
              <a:spLocks noGrp="1" noRot="1" noMove="1" noResize="1" noEditPoints="1" noAdjustHandles="1" noChangeArrowheads="1" noChangeShapeType="1"/>
            </p:cNvSpPr>
            <p:nvPr userDrawn="1"/>
          </p:nvSpPr>
          <p:spPr bwMode="auto">
            <a:xfrm>
              <a:off x="6422" y="395"/>
              <a:ext cx="126" cy="197"/>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7" name="Freeform 49"/>
            <p:cNvSpPr>
              <a:spLocks noGrp="1" noRot="1" noMove="1" noResize="1" noEditPoints="1" noAdjustHandles="1" noChangeArrowheads="1" noChangeShapeType="1"/>
            </p:cNvSpPr>
            <p:nvPr userDrawn="1"/>
          </p:nvSpPr>
          <p:spPr bwMode="auto">
            <a:xfrm>
              <a:off x="7053" y="199"/>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8" name="Freeform 50"/>
            <p:cNvSpPr>
              <a:spLocks noGrp="1" noRot="1" noMove="1" noResize="1" noEditPoints="1" noAdjustHandles="1" noChangeArrowheads="1" noChangeShapeType="1"/>
            </p:cNvSpPr>
            <p:nvPr userDrawn="1"/>
          </p:nvSpPr>
          <p:spPr bwMode="auto">
            <a:xfrm>
              <a:off x="6674" y="297"/>
              <a:ext cx="127"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9" name="Freeform 51"/>
            <p:cNvSpPr>
              <a:spLocks noGrp="1" noRot="1" noMove="1" noResize="1" noEditPoints="1" noAdjustHandles="1" noChangeArrowheads="1" noChangeShapeType="1"/>
            </p:cNvSpPr>
            <p:nvPr userDrawn="1"/>
          </p:nvSpPr>
          <p:spPr bwMode="auto">
            <a:xfrm>
              <a:off x="6548" y="29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0" name="Freeform 52"/>
            <p:cNvSpPr>
              <a:spLocks noGrp="1" noRot="1" noMove="1" noResize="1" noEditPoints="1" noAdjustHandles="1" noChangeArrowheads="1" noChangeShapeType="1"/>
            </p:cNvSpPr>
            <p:nvPr userDrawn="1"/>
          </p:nvSpPr>
          <p:spPr bwMode="auto">
            <a:xfrm>
              <a:off x="6422" y="297"/>
              <a:ext cx="126" cy="197"/>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extrusionOk="0">
                  <a:moveTo>
                    <a:pt x="555" y="433"/>
                  </a:moveTo>
                  <a:lnTo>
                    <a:pt x="0" y="866"/>
                  </a:lnTo>
                  <a:lnTo>
                    <a:pt x="0" y="433"/>
                  </a:lnTo>
                  <a:lnTo>
                    <a:pt x="0" y="0"/>
                  </a:lnTo>
                  <a:lnTo>
                    <a:pt x="555"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1" name="Freeform 53"/>
            <p:cNvSpPr>
              <a:spLocks noGrp="1" noRot="1" noMove="1" noResize="1" noEditPoints="1" noAdjustHandles="1" noChangeArrowheads="1" noChangeShapeType="1"/>
            </p:cNvSpPr>
            <p:nvPr userDrawn="1"/>
          </p:nvSpPr>
          <p:spPr bwMode="auto">
            <a:xfrm>
              <a:off x="6169" y="199"/>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2" name="Freeform 54"/>
            <p:cNvSpPr>
              <a:spLocks noGrp="1" noRot="1" noMove="1" noResize="1" noEditPoints="1" noAdjustHandles="1" noChangeArrowheads="1" noChangeShapeType="1"/>
            </p:cNvSpPr>
            <p:nvPr userDrawn="1"/>
          </p:nvSpPr>
          <p:spPr bwMode="auto">
            <a:xfrm>
              <a:off x="7559"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3" name="Freeform 55"/>
            <p:cNvSpPr>
              <a:spLocks noGrp="1" noRot="1" noMove="1" noResize="1" noEditPoints="1" noAdjustHandles="1" noChangeArrowheads="1" noChangeShapeType="1"/>
            </p:cNvSpPr>
            <p:nvPr userDrawn="1"/>
          </p:nvSpPr>
          <p:spPr bwMode="auto">
            <a:xfrm>
              <a:off x="7432" y="3731"/>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4" name="Freeform 56"/>
            <p:cNvSpPr>
              <a:spLocks noGrp="1" noRot="1" noMove="1" noResize="1" noEditPoints="1" noAdjustHandles="1" noChangeArrowheads="1" noChangeShapeType="1"/>
            </p:cNvSpPr>
            <p:nvPr userDrawn="1"/>
          </p:nvSpPr>
          <p:spPr bwMode="auto">
            <a:xfrm>
              <a:off x="7559" y="36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5" name="Freeform 57"/>
            <p:cNvSpPr>
              <a:spLocks noGrp="1" noRot="1" noMove="1" noResize="1" noEditPoints="1" noAdjustHandles="1" noChangeArrowheads="1" noChangeShapeType="1"/>
            </p:cNvSpPr>
            <p:nvPr userDrawn="1"/>
          </p:nvSpPr>
          <p:spPr bwMode="auto">
            <a:xfrm>
              <a:off x="7432" y="3829"/>
              <a:ext cx="127"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6" name="Freeform 58"/>
            <p:cNvSpPr>
              <a:spLocks noGrp="1" noRot="1" noMove="1" noResize="1" noEditPoints="1" noAdjustHandles="1" noChangeArrowheads="1" noChangeShapeType="1"/>
            </p:cNvSpPr>
            <p:nvPr userDrawn="1"/>
          </p:nvSpPr>
          <p:spPr bwMode="auto">
            <a:xfrm>
              <a:off x="7432" y="4124"/>
              <a:ext cx="127"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7" name="Freeform 59"/>
            <p:cNvSpPr>
              <a:spLocks noGrp="1" noRot="1" noMove="1" noResize="1" noEditPoints="1" noAdjustHandles="1" noChangeArrowheads="1" noChangeShapeType="1"/>
            </p:cNvSpPr>
            <p:nvPr userDrawn="1"/>
          </p:nvSpPr>
          <p:spPr bwMode="auto">
            <a:xfrm>
              <a:off x="7559" y="402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pic>
        <p:nvPicPr>
          <p:cNvPr id="48" name="UNIVERSITÄT PADERBORN Logo"/>
          <p:cNvPicPr>
            <a:picLocks noGrp="1" noRot="1" noMove="1" noResize="1" noEditPoints="1" noAdjustHandles="1" noChangeArrowheads="1" noChangeShapeType="1" noCrop="1"/>
          </p:cNvPicPr>
          <p:nvPr userDrawn="1"/>
        </p:nvPicPr>
        <p:blipFill>
          <a:blip r:embed="rId2"/>
          <a:stretch/>
        </p:blipFill>
        <p:spPr bwMode="auto">
          <a:xfrm>
            <a:off x="306883" y="307090"/>
            <a:ext cx="1692000" cy="688834"/>
          </a:xfrm>
          <a:prstGeom prst="rect">
            <a:avLst/>
          </a:prstGeom>
        </p:spPr>
      </p:pic>
      <p:sp>
        <p:nvSpPr>
          <p:cNvPr id="3" name="Headline fix"/>
          <p:cNvSpPr txBox="1"/>
          <p:nvPr userDrawn="1"/>
        </p:nvSpPr>
        <p:spPr bwMode="auto">
          <a:xfrm>
            <a:off x="422275" y="1246189"/>
            <a:ext cx="11349038" cy="468000"/>
          </a:xfrm>
          <a:prstGeom prst="rect">
            <a:avLst/>
          </a:prstGeom>
        </p:spPr>
        <p:txBody>
          <a:bodyPr vert="horz" lIns="0" tIns="0" rIns="0" bIns="0" rtlCol="0" anchor="t" anchorCtr="0">
            <a:noAutofit/>
          </a:bodyPr>
          <a:lstStyle>
            <a:lvl1pPr marL="0" indent="0" algn="l" defTabSz="914400">
              <a:lnSpc>
                <a:spcPct val="100000"/>
              </a:lnSpc>
              <a:spcBef>
                <a:spcPts val="0"/>
              </a:spcBef>
              <a:buFont typeface="Arial"/>
              <a:buNone/>
              <a:defRPr sz="2500" b="1">
                <a:solidFill>
                  <a:schemeClr val="tx2"/>
                </a:solidFill>
                <a:latin typeface="+mn-lt"/>
                <a:ea typeface="+mj-ea"/>
                <a:cs typeface="+mj-cs"/>
              </a:defRPr>
            </a:lvl1pPr>
          </a:lstStyle>
          <a:p>
            <a:pPr>
              <a:defRPr/>
            </a:pPr>
            <a:r>
              <a:rPr lang="de-DE"/>
              <a:t>Literaturverzeichnis</a:t>
            </a:r>
            <a:endParaRPr/>
          </a:p>
        </p:txBody>
      </p:sp>
      <p:sp>
        <p:nvSpPr>
          <p:cNvPr id="6" name="Foliennummer"/>
          <p:cNvSpPr>
            <a:spLocks noGrp="1"/>
          </p:cNvSpPr>
          <p:nvPr>
            <p:ph type="sldNum" sz="quarter" idx="12"/>
          </p:nvPr>
        </p:nvSpPr>
        <p:spPr bwMode="auto"/>
        <p:txBody>
          <a:bodyPr/>
          <a:lstStyle/>
          <a:p>
            <a:pPr>
              <a:defRPr/>
            </a:pPr>
            <a:fld id="{E6AA5693-5562-46BF-BAF4-16238AB6C896}" type="slidenum">
              <a:rPr lang="de-DE"/>
              <a:t>‹#›</a:t>
            </a:fld>
            <a:endParaRPr lang="de-DE"/>
          </a:p>
        </p:txBody>
      </p:sp>
      <p:sp>
        <p:nvSpPr>
          <p:cNvPr id="5" name="Fußzeile"/>
          <p:cNvSpPr>
            <a:spLocks noGrp="1"/>
          </p:cNvSpPr>
          <p:nvPr>
            <p:ph type="ftr" sz="quarter" idx="11"/>
          </p:nvPr>
        </p:nvSpPr>
        <p:spPr bwMode="auto"/>
        <p:txBody>
          <a:bodyPr/>
          <a:lstStyle>
            <a:lvl1pPr>
              <a:defRPr/>
            </a:lvl1pPr>
          </a:lstStyle>
          <a:p>
            <a:pPr>
              <a:defRPr/>
            </a:pPr>
            <a:r>
              <a:rPr lang="en-US" noProof="0" dirty="0"/>
              <a:t>Prof. Dr. Oliver Müller | DC2HEAT | January 2026</a:t>
            </a:r>
          </a:p>
        </p:txBody>
      </p:sp>
      <p:sp>
        <p:nvSpPr>
          <p:cNvPr id="4" name="Text"/>
          <p:cNvSpPr>
            <a:spLocks noGrp="1"/>
          </p:cNvSpPr>
          <p:nvPr>
            <p:ph type="body" orient="vert" idx="1" hasCustomPrompt="1"/>
          </p:nvPr>
        </p:nvSpPr>
        <p:spPr bwMode="auto">
          <a:xfrm>
            <a:off x="422275" y="2035174"/>
            <a:ext cx="10714038" cy="3733801"/>
          </a:xfrm>
          <a:prstGeom prst="rect">
            <a:avLst/>
          </a:prstGeom>
        </p:spPr>
        <p:txBody>
          <a:bodyPr vert="horz" numCol="1"/>
          <a:lstStyle>
            <a:lvl1pPr marL="398880" indent="-398880">
              <a:lnSpc>
                <a:spcPct val="100000"/>
              </a:lnSpc>
              <a:spcAft>
                <a:spcPts val="850"/>
              </a:spcAft>
              <a:buFont typeface="+mj-lt"/>
              <a:buNone/>
              <a:defRPr sz="1200" b="0"/>
            </a:lvl1pPr>
            <a:lvl2pPr marL="0" indent="-398880">
              <a:lnSpc>
                <a:spcPct val="100000"/>
              </a:lnSpc>
              <a:spcAft>
                <a:spcPts val="850"/>
              </a:spcAft>
              <a:buFont typeface="+mj-lt"/>
              <a:buNone/>
              <a:defRPr sz="1200" b="0"/>
            </a:lvl2pPr>
            <a:lvl3pPr marL="0" indent="-398880">
              <a:lnSpc>
                <a:spcPct val="100000"/>
              </a:lnSpc>
              <a:spcAft>
                <a:spcPts val="850"/>
              </a:spcAft>
              <a:buFont typeface="+mj-lt"/>
              <a:buNone/>
              <a:defRPr sz="1200" b="0"/>
            </a:lvl3pPr>
            <a:lvl4pPr marL="0" indent="-398880">
              <a:lnSpc>
                <a:spcPct val="100000"/>
              </a:lnSpc>
              <a:spcAft>
                <a:spcPts val="850"/>
              </a:spcAft>
              <a:buFont typeface="+mj-lt"/>
              <a:buNone/>
              <a:defRPr sz="1200" b="0"/>
            </a:lvl4pPr>
            <a:lvl5pPr marL="0" indent="-398880">
              <a:lnSpc>
                <a:spcPct val="100000"/>
              </a:lnSpc>
              <a:spcAft>
                <a:spcPts val="850"/>
              </a:spcAft>
              <a:buFont typeface="+mj-lt"/>
              <a:buNone/>
              <a:defRPr sz="1200" b="0"/>
            </a:lvl5pPr>
            <a:lvl6pPr marL="0" indent="-398880">
              <a:lnSpc>
                <a:spcPct val="100000"/>
              </a:lnSpc>
              <a:spcAft>
                <a:spcPts val="850"/>
              </a:spcAft>
              <a:buFont typeface="+mj-lt"/>
              <a:buNone/>
              <a:defRPr sz="1200" b="0"/>
            </a:lvl6pPr>
            <a:lvl7pPr marL="0" indent="-398880">
              <a:lnSpc>
                <a:spcPct val="100000"/>
              </a:lnSpc>
              <a:spcAft>
                <a:spcPts val="850"/>
              </a:spcAft>
              <a:buFont typeface="+mj-lt"/>
              <a:buNone/>
              <a:defRPr sz="1200" b="0"/>
            </a:lvl7pPr>
            <a:lvl8pPr marL="0" indent="-398880">
              <a:lnSpc>
                <a:spcPct val="100000"/>
              </a:lnSpc>
              <a:spcAft>
                <a:spcPts val="850"/>
              </a:spcAft>
              <a:buFont typeface="+mj-lt"/>
              <a:buNone/>
              <a:defRPr sz="1200" b="0"/>
            </a:lvl8pPr>
            <a:lvl9pPr marL="0" indent="-398880">
              <a:lnSpc>
                <a:spcPct val="100000"/>
              </a:lnSpc>
              <a:spcAft>
                <a:spcPts val="850"/>
              </a:spcAft>
              <a:buFont typeface="+mj-lt"/>
              <a:buNone/>
              <a:defRPr sz="1200" b="0"/>
            </a:lvl9pPr>
          </a:lstStyle>
          <a:p>
            <a:pPr>
              <a:defRPr/>
            </a:pPr>
            <a:r>
              <a:rPr lang="de-DE"/>
              <a:t>Nachname, V. (20XX). Titel der Veröffentlichung – ggf. gibt es auch einen Untertitel, der hier angegeben werden kann. In Nachname, V., Nachname, V. &amp; Nach-name, V. (Hg.). Titel des Werkes, X. Aufl., Erscheinungsort.</a:t>
            </a:r>
            <a:br>
              <a:rPr lang="de-DE"/>
            </a:br>
            <a:r>
              <a:rPr lang="de-DE"/>
              <a:t>Nachname, V., Nachname, V. &amp; Nachname V. (20XX), "Titel des Aufsatzes", Name der Fachzeitschrift, Jahrgang, Ausgabe-Nr., S. X-Y.</a:t>
            </a:r>
            <a:br>
              <a:rPr lang="de-DE"/>
            </a:br>
            <a:r>
              <a:rPr lang="de-DE"/>
              <a:t>Nachname, V. des Autors oder der Website (20XX). Titel der Nachricht oder des Dokuments, Erscheinungsdatum, http://xxxxxxxxxxxxx, letzter Zugriff: XX.XX. XXXX.</a:t>
            </a:r>
            <a:endParaRPr/>
          </a:p>
          <a:p>
            <a:pPr>
              <a:defRPr/>
            </a:pPr>
            <a:r>
              <a:rPr lang="de-DE"/>
              <a:t>Erste Ebene</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Siebet Ebene</a:t>
            </a:r>
            <a:endParaRPr/>
          </a:p>
          <a:p>
            <a:pPr lvl="7">
              <a:defRPr/>
            </a:pPr>
            <a:r>
              <a:rPr lang="de-DE"/>
              <a:t>Achte Ebene</a:t>
            </a:r>
            <a:endParaRPr/>
          </a:p>
          <a:p>
            <a:pPr lvl="8">
              <a:defRPr/>
            </a:pPr>
            <a:r>
              <a:rPr lang="de-DE"/>
              <a:t>Neunte Ebene</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showMasterPhAnim="0" preserve="1" userDrawn="1">
  <p:cSld name="Kontakt">
    <p:spTree>
      <p:nvGrpSpPr>
        <p:cNvPr id="1" name=""/>
        <p:cNvGrpSpPr/>
        <p:nvPr/>
      </p:nvGrpSpPr>
      <p:grpSpPr bwMode="auto">
        <a:xfrm>
          <a:off x="0" y="0"/>
          <a:ext cx="0" cy="0"/>
          <a:chOff x="0" y="0"/>
          <a:chExt cx="0" cy="0"/>
        </a:xfrm>
      </p:grpSpPr>
      <p:grpSp>
        <p:nvGrpSpPr>
          <p:cNvPr id="35" name="Grafik"/>
          <p:cNvGrpSpPr>
            <a:grpSpLocks noGrp="1" noUngrp="1" noRot="1" noChangeAspect="1" noMove="1" noResize="1"/>
          </p:cNvGrpSpPr>
          <p:nvPr userDrawn="1"/>
        </p:nvGrpSpPr>
        <p:grpSpPr bwMode="auto">
          <a:xfrm>
            <a:off x="0" y="3597274"/>
            <a:ext cx="12192000" cy="3260725"/>
            <a:chOff x="0" y="2266"/>
            <a:chExt cx="7680" cy="2054"/>
          </a:xfrm>
        </p:grpSpPr>
        <p:sp>
          <p:nvSpPr>
            <p:cNvPr id="37" name="Freeform 5"/>
            <p:cNvSpPr>
              <a:spLocks noGrp="1" noRot="1" noMove="1" noResize="1" noEditPoints="1" noAdjustHandles="1" noChangeArrowheads="1" noChangeShapeType="1"/>
            </p:cNvSpPr>
            <p:nvPr userDrawn="1"/>
          </p:nvSpPr>
          <p:spPr bwMode="auto">
            <a:xfrm>
              <a:off x="6926" y="3635"/>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8" name="Freeform 6"/>
            <p:cNvSpPr>
              <a:spLocks noGrp="1" noRot="1" noMove="1" noResize="1" noEditPoints="1" noAdjustHandles="1" noChangeArrowheads="1" noChangeShapeType="1"/>
            </p:cNvSpPr>
            <p:nvPr userDrawn="1"/>
          </p:nvSpPr>
          <p:spPr bwMode="auto">
            <a:xfrm>
              <a:off x="7303" y="334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9" name="Freeform 7"/>
            <p:cNvSpPr>
              <a:spLocks noGrp="1" noRot="1" noMove="1" noResize="1" noEditPoints="1" noAdjustHandles="1" noChangeArrowheads="1" noChangeShapeType="1"/>
            </p:cNvSpPr>
            <p:nvPr userDrawn="1"/>
          </p:nvSpPr>
          <p:spPr bwMode="auto">
            <a:xfrm>
              <a:off x="7429"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0" name="Freeform 8"/>
            <p:cNvSpPr>
              <a:spLocks noGrp="1" noRot="1" noMove="1" noResize="1" noEditPoints="1" noAdjustHandles="1" noChangeArrowheads="1" noChangeShapeType="1"/>
            </p:cNvSpPr>
            <p:nvPr userDrawn="1"/>
          </p:nvSpPr>
          <p:spPr bwMode="auto">
            <a:xfrm>
              <a:off x="7429"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1" name="Freeform 9"/>
            <p:cNvSpPr>
              <a:spLocks noGrp="1" noRot="1" noMove="1" noResize="1" noEditPoints="1" noAdjustHandles="1" noChangeArrowheads="1" noChangeShapeType="1"/>
            </p:cNvSpPr>
            <p:nvPr userDrawn="1"/>
          </p:nvSpPr>
          <p:spPr bwMode="auto">
            <a:xfrm>
              <a:off x="7429" y="3440"/>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2" name="Freeform 10"/>
            <p:cNvSpPr>
              <a:spLocks noGrp="1" noRot="1" noMove="1" noResize="1" noEditPoints="1" noAdjustHandles="1" noChangeArrowheads="1" noChangeShapeType="1"/>
            </p:cNvSpPr>
            <p:nvPr userDrawn="1"/>
          </p:nvSpPr>
          <p:spPr bwMode="auto">
            <a:xfrm>
              <a:off x="7052" y="3538"/>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3" name="Freeform 11"/>
            <p:cNvSpPr>
              <a:spLocks noGrp="1" noRot="1" noMove="1" noResize="1" noEditPoints="1" noAdjustHandles="1" noChangeArrowheads="1" noChangeShapeType="1"/>
            </p:cNvSpPr>
            <p:nvPr userDrawn="1"/>
          </p:nvSpPr>
          <p:spPr bwMode="auto">
            <a:xfrm>
              <a:off x="7303" y="3049"/>
              <a:ext cx="126" cy="195"/>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865"/>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4" name="Freeform 12"/>
            <p:cNvSpPr>
              <a:spLocks noGrp="1" noRot="1" noMove="1" noResize="1" noEditPoints="1" noAdjustHandles="1" noChangeArrowheads="1" noChangeShapeType="1"/>
            </p:cNvSpPr>
            <p:nvPr userDrawn="1"/>
          </p:nvSpPr>
          <p:spPr bwMode="auto">
            <a:xfrm>
              <a:off x="7178" y="3538"/>
              <a:ext cx="125"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5" name="Freeform 13"/>
            <p:cNvSpPr>
              <a:spLocks noGrp="1" noRot="1" noMove="1" noResize="1" noEditPoints="1" noAdjustHandles="1" noChangeArrowheads="1" noChangeShapeType="1"/>
            </p:cNvSpPr>
            <p:nvPr userDrawn="1"/>
          </p:nvSpPr>
          <p:spPr bwMode="auto">
            <a:xfrm>
              <a:off x="7303" y="324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6" name="Freeform 14"/>
            <p:cNvSpPr>
              <a:spLocks noGrp="1" noRot="1" noMove="1" noResize="1" noEditPoints="1" noAdjustHandles="1" noChangeArrowheads="1" noChangeShapeType="1"/>
            </p:cNvSpPr>
            <p:nvPr userDrawn="1"/>
          </p:nvSpPr>
          <p:spPr bwMode="auto">
            <a:xfrm>
              <a:off x="7303" y="3146"/>
              <a:ext cx="126" cy="196"/>
            </a:xfrm>
            <a:custGeom>
              <a:avLst/>
              <a:gdLst>
                <a:gd name="T0" fmla="*/ 0 w 554"/>
                <a:gd name="T1" fmla="*/ 0 h 865"/>
                <a:gd name="T2" fmla="*/ 0 w 554"/>
                <a:gd name="T3" fmla="*/ 432 h 865"/>
                <a:gd name="T4" fmla="*/ 0 w 554"/>
                <a:gd name="T5" fmla="*/ 865 h 865"/>
                <a:gd name="T6" fmla="*/ 554 w 554"/>
                <a:gd name="T7" fmla="*/ 432 h 865"/>
                <a:gd name="T8" fmla="*/ 0 w 554"/>
                <a:gd name="T9" fmla="*/ 0 h 865"/>
              </a:gdLst>
              <a:ahLst/>
              <a:cxnLst>
                <a:cxn ang="0">
                  <a:pos x="T0" y="T1"/>
                </a:cxn>
                <a:cxn ang="0">
                  <a:pos x="T2" y="T3"/>
                </a:cxn>
                <a:cxn ang="0">
                  <a:pos x="T4" y="T5"/>
                </a:cxn>
                <a:cxn ang="0">
                  <a:pos x="T6" y="T7"/>
                </a:cxn>
                <a:cxn ang="0">
                  <a:pos x="T8" y="T9"/>
                </a:cxn>
              </a:cxnLst>
              <a:rect l="0" t="0" r="r" b="b"/>
              <a:pathLst>
                <a:path w="554" h="865" extrusionOk="0">
                  <a:moveTo>
                    <a:pt x="0" y="0"/>
                  </a:moveTo>
                  <a:lnTo>
                    <a:pt x="0" y="432"/>
                  </a:lnTo>
                  <a:lnTo>
                    <a:pt x="0" y="865"/>
                  </a:lnTo>
                  <a:lnTo>
                    <a:pt x="554" y="432"/>
                  </a:lnTo>
                  <a:lnTo>
                    <a:pt x="0" y="0"/>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7" name="Freeform 15"/>
            <p:cNvSpPr>
              <a:spLocks noGrp="1" noRot="1" noMove="1" noResize="1" noEditPoints="1" noAdjustHandles="1" noChangeArrowheads="1" noChangeShapeType="1"/>
            </p:cNvSpPr>
            <p:nvPr userDrawn="1"/>
          </p:nvSpPr>
          <p:spPr bwMode="auto">
            <a:xfrm>
              <a:off x="7429" y="3146"/>
              <a:ext cx="126" cy="196"/>
            </a:xfrm>
            <a:custGeom>
              <a:avLst/>
              <a:gdLst>
                <a:gd name="T0" fmla="*/ 0 w 554"/>
                <a:gd name="T1" fmla="*/ 432 h 865"/>
                <a:gd name="T2" fmla="*/ 554 w 554"/>
                <a:gd name="T3" fmla="*/ 865 h 865"/>
                <a:gd name="T4" fmla="*/ 554 w 554"/>
                <a:gd name="T5" fmla="*/ 432 h 865"/>
                <a:gd name="T6" fmla="*/ 554 w 554"/>
                <a:gd name="T7" fmla="*/ 0 h 865"/>
                <a:gd name="T8" fmla="*/ 0 w 554"/>
                <a:gd name="T9" fmla="*/ 432 h 865"/>
              </a:gdLst>
              <a:ahLst/>
              <a:cxnLst>
                <a:cxn ang="0">
                  <a:pos x="T0" y="T1"/>
                </a:cxn>
                <a:cxn ang="0">
                  <a:pos x="T2" y="T3"/>
                </a:cxn>
                <a:cxn ang="0">
                  <a:pos x="T4" y="T5"/>
                </a:cxn>
                <a:cxn ang="0">
                  <a:pos x="T6" y="T7"/>
                </a:cxn>
                <a:cxn ang="0">
                  <a:pos x="T8" y="T9"/>
                </a:cxn>
              </a:cxnLst>
              <a:rect l="0" t="0" r="r" b="b"/>
              <a:pathLst>
                <a:path w="554" h="865" extrusionOk="0">
                  <a:moveTo>
                    <a:pt x="0" y="432"/>
                  </a:moveTo>
                  <a:lnTo>
                    <a:pt x="554" y="865"/>
                  </a:lnTo>
                  <a:lnTo>
                    <a:pt x="554" y="432"/>
                  </a:lnTo>
                  <a:lnTo>
                    <a:pt x="554" y="0"/>
                  </a:lnTo>
                  <a:lnTo>
                    <a:pt x="0" y="432"/>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8" name="Freeform 16"/>
            <p:cNvSpPr>
              <a:spLocks noGrp="1" noRot="1" noMove="1" noResize="1" noEditPoints="1" noAdjustHandles="1" noChangeArrowheads="1" noChangeShapeType="1"/>
            </p:cNvSpPr>
            <p:nvPr userDrawn="1"/>
          </p:nvSpPr>
          <p:spPr bwMode="auto">
            <a:xfrm>
              <a:off x="7555" y="3733"/>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9" name="Freeform 17"/>
            <p:cNvSpPr>
              <a:spLocks noGrp="1" noRot="1" noMove="1" noResize="1" noEditPoints="1" noAdjustHandles="1" noChangeArrowheads="1" noChangeShapeType="1"/>
            </p:cNvSpPr>
            <p:nvPr userDrawn="1"/>
          </p:nvSpPr>
          <p:spPr bwMode="auto">
            <a:xfrm>
              <a:off x="7178" y="3440"/>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0" name="Freeform 18"/>
            <p:cNvSpPr>
              <a:spLocks noGrp="1" noRot="1" noMove="1" noResize="1" noEditPoints="1" noAdjustHandles="1" noChangeArrowheads="1" noChangeShapeType="1"/>
            </p:cNvSpPr>
            <p:nvPr userDrawn="1"/>
          </p:nvSpPr>
          <p:spPr bwMode="auto">
            <a:xfrm>
              <a:off x="7052" y="3440"/>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1" name="Freeform 19"/>
            <p:cNvSpPr>
              <a:spLocks noGrp="1" noRot="1" noMove="1" noResize="1" noEditPoints="1" noAdjustHandles="1" noChangeArrowheads="1" noChangeShapeType="1"/>
            </p:cNvSpPr>
            <p:nvPr userDrawn="1"/>
          </p:nvSpPr>
          <p:spPr bwMode="auto">
            <a:xfrm>
              <a:off x="7555" y="3146"/>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2" name="Freeform 20"/>
            <p:cNvSpPr>
              <a:spLocks noGrp="1" noRot="1" noMove="1" noResize="1" noEditPoints="1" noAdjustHandles="1" noChangeArrowheads="1" noChangeShapeType="1"/>
            </p:cNvSpPr>
            <p:nvPr userDrawn="1"/>
          </p:nvSpPr>
          <p:spPr bwMode="auto">
            <a:xfrm>
              <a:off x="7178"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3" name="Freeform 21"/>
            <p:cNvSpPr>
              <a:spLocks noGrp="1" noRot="1" noMove="1" noResize="1" noEditPoints="1" noAdjustHandles="1" noChangeArrowheads="1" noChangeShapeType="1"/>
            </p:cNvSpPr>
            <p:nvPr userDrawn="1"/>
          </p:nvSpPr>
          <p:spPr bwMode="auto">
            <a:xfrm>
              <a:off x="7052"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4" name="Freeform 22"/>
            <p:cNvSpPr>
              <a:spLocks noGrp="1" noRot="1" noMove="1" noResize="1" noEditPoints="1" noAdjustHandles="1" noChangeArrowheads="1" noChangeShapeType="1"/>
            </p:cNvSpPr>
            <p:nvPr userDrawn="1"/>
          </p:nvSpPr>
          <p:spPr bwMode="auto">
            <a:xfrm>
              <a:off x="7052" y="2657"/>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5" name="Freeform 23"/>
            <p:cNvSpPr>
              <a:spLocks noGrp="1" noRot="1" noMove="1" noResize="1" noEditPoints="1" noAdjustHandles="1" noChangeArrowheads="1" noChangeShapeType="1"/>
            </p:cNvSpPr>
            <p:nvPr userDrawn="1"/>
          </p:nvSpPr>
          <p:spPr bwMode="auto">
            <a:xfrm>
              <a:off x="7178" y="3244"/>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6" name="Freeform 24"/>
            <p:cNvSpPr>
              <a:spLocks noGrp="1" noRot="1" noMove="1" noResize="1" noEditPoints="1" noAdjustHandles="1" noChangeArrowheads="1" noChangeShapeType="1"/>
            </p:cNvSpPr>
            <p:nvPr userDrawn="1"/>
          </p:nvSpPr>
          <p:spPr bwMode="auto">
            <a:xfrm>
              <a:off x="7555" y="4125"/>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7" name="Freeform 25"/>
            <p:cNvSpPr>
              <a:spLocks noGrp="1" noRot="1" noMove="1" noResize="1" noEditPoints="1" noAdjustHandles="1" noChangeArrowheads="1" noChangeShapeType="1"/>
            </p:cNvSpPr>
            <p:nvPr userDrawn="1"/>
          </p:nvSpPr>
          <p:spPr bwMode="auto">
            <a:xfrm>
              <a:off x="7303" y="2266"/>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8" name="Freeform 26"/>
            <p:cNvSpPr>
              <a:spLocks noGrp="1" noRot="1" noMove="1" noResize="1" noEditPoints="1" noAdjustHandles="1" noChangeArrowheads="1" noChangeShapeType="1"/>
            </p:cNvSpPr>
            <p:nvPr userDrawn="1"/>
          </p:nvSpPr>
          <p:spPr bwMode="auto">
            <a:xfrm>
              <a:off x="7429" y="3342"/>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9" name="Freeform 27"/>
            <p:cNvSpPr>
              <a:spLocks noGrp="1" noRot="1" noMove="1" noResize="1" noEditPoints="1" noAdjustHandles="1" noChangeArrowheads="1" noChangeShapeType="1"/>
            </p:cNvSpPr>
            <p:nvPr userDrawn="1"/>
          </p:nvSpPr>
          <p:spPr bwMode="auto">
            <a:xfrm>
              <a:off x="6926" y="3538"/>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0" name="Freeform 28"/>
            <p:cNvSpPr>
              <a:spLocks noGrp="1" noRot="1" noMove="1" noResize="1" noEditPoints="1" noAdjustHandles="1" noChangeArrowheads="1" noChangeShapeType="1"/>
            </p:cNvSpPr>
            <p:nvPr userDrawn="1"/>
          </p:nvSpPr>
          <p:spPr bwMode="auto">
            <a:xfrm>
              <a:off x="6926" y="3146"/>
              <a:ext cx="126" cy="196"/>
            </a:xfrm>
            <a:custGeom>
              <a:avLst/>
              <a:gdLst>
                <a:gd name="T0" fmla="*/ 0 w 554"/>
                <a:gd name="T1" fmla="*/ 432 h 865"/>
                <a:gd name="T2" fmla="*/ 554 w 554"/>
                <a:gd name="T3" fmla="*/ 865 h 865"/>
                <a:gd name="T4" fmla="*/ 554 w 554"/>
                <a:gd name="T5" fmla="*/ 432 h 865"/>
                <a:gd name="T6" fmla="*/ 554 w 554"/>
                <a:gd name="T7" fmla="*/ 0 h 865"/>
                <a:gd name="T8" fmla="*/ 0 w 554"/>
                <a:gd name="T9" fmla="*/ 432 h 865"/>
              </a:gdLst>
              <a:ahLst/>
              <a:cxnLst>
                <a:cxn ang="0">
                  <a:pos x="T0" y="T1"/>
                </a:cxn>
                <a:cxn ang="0">
                  <a:pos x="T2" y="T3"/>
                </a:cxn>
                <a:cxn ang="0">
                  <a:pos x="T4" y="T5"/>
                </a:cxn>
                <a:cxn ang="0">
                  <a:pos x="T6" y="T7"/>
                </a:cxn>
                <a:cxn ang="0">
                  <a:pos x="T8" y="T9"/>
                </a:cxn>
              </a:cxnLst>
              <a:rect l="0" t="0" r="r" b="b"/>
              <a:pathLst>
                <a:path w="554" h="865" extrusionOk="0">
                  <a:moveTo>
                    <a:pt x="0" y="432"/>
                  </a:moveTo>
                  <a:lnTo>
                    <a:pt x="554" y="865"/>
                  </a:lnTo>
                  <a:lnTo>
                    <a:pt x="554" y="432"/>
                  </a:lnTo>
                  <a:lnTo>
                    <a:pt x="554" y="0"/>
                  </a:lnTo>
                  <a:lnTo>
                    <a:pt x="0" y="432"/>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1" name="Freeform 29"/>
            <p:cNvSpPr>
              <a:spLocks noGrp="1" noRot="1" noMove="1" noResize="1" noEditPoints="1" noAdjustHandles="1" noChangeArrowheads="1" noChangeShapeType="1"/>
            </p:cNvSpPr>
            <p:nvPr userDrawn="1"/>
          </p:nvSpPr>
          <p:spPr bwMode="auto">
            <a:xfrm>
              <a:off x="6926"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2" name="Freeform 30"/>
            <p:cNvSpPr>
              <a:spLocks noGrp="1" noRot="1" noMove="1" noResize="1" noEditPoints="1" noAdjustHandles="1" noChangeArrowheads="1" noChangeShapeType="1"/>
            </p:cNvSpPr>
            <p:nvPr userDrawn="1"/>
          </p:nvSpPr>
          <p:spPr bwMode="auto">
            <a:xfrm>
              <a:off x="6800" y="3928"/>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3" name="Freeform 31"/>
            <p:cNvSpPr>
              <a:spLocks noGrp="1" noRot="1" noMove="1" noResize="1" noEditPoints="1" noAdjustHandles="1" noChangeArrowheads="1" noChangeShapeType="1"/>
            </p:cNvSpPr>
            <p:nvPr userDrawn="1"/>
          </p:nvSpPr>
          <p:spPr bwMode="auto">
            <a:xfrm>
              <a:off x="6800" y="383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4" name="Freeform 32"/>
            <p:cNvSpPr>
              <a:spLocks noGrp="1" noRot="1" noMove="1" noResize="1" noEditPoints="1" noAdjustHandles="1" noChangeArrowheads="1" noChangeShapeType="1"/>
            </p:cNvSpPr>
            <p:nvPr userDrawn="1"/>
          </p:nvSpPr>
          <p:spPr bwMode="auto">
            <a:xfrm>
              <a:off x="7555" y="3244"/>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5" name="Freeform 33"/>
            <p:cNvSpPr>
              <a:spLocks noGrp="1" noRot="1" noMove="1" noResize="1" noEditPoints="1" noAdjustHandles="1" noChangeArrowheads="1" noChangeShapeType="1"/>
            </p:cNvSpPr>
            <p:nvPr userDrawn="1"/>
          </p:nvSpPr>
          <p:spPr bwMode="auto">
            <a:xfrm>
              <a:off x="7052"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6" name="Freeform 34"/>
            <p:cNvSpPr>
              <a:spLocks noGrp="1" noRot="1" noMove="1" noResize="1" noEditPoints="1" noAdjustHandles="1" noChangeArrowheads="1" noChangeShapeType="1"/>
            </p:cNvSpPr>
            <p:nvPr userDrawn="1"/>
          </p:nvSpPr>
          <p:spPr bwMode="auto">
            <a:xfrm>
              <a:off x="7303" y="3538"/>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7" name="Freeform 35"/>
            <p:cNvSpPr>
              <a:spLocks noGrp="1" noRot="1" noMove="1" noResize="1" noEditPoints="1" noAdjustHandles="1" noChangeArrowheads="1" noChangeShapeType="1"/>
            </p:cNvSpPr>
            <p:nvPr userDrawn="1"/>
          </p:nvSpPr>
          <p:spPr bwMode="auto">
            <a:xfrm>
              <a:off x="7052" y="334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8" name="Freeform 36"/>
            <p:cNvSpPr>
              <a:spLocks noGrp="1" noRot="1" noMove="1" noResize="1" noEditPoints="1" noAdjustHandles="1" noChangeArrowheads="1" noChangeShapeType="1"/>
            </p:cNvSpPr>
            <p:nvPr userDrawn="1"/>
          </p:nvSpPr>
          <p:spPr bwMode="auto">
            <a:xfrm>
              <a:off x="6926" y="4125"/>
              <a:ext cx="126" cy="195"/>
            </a:xfrm>
            <a:custGeom>
              <a:avLst/>
              <a:gdLst>
                <a:gd name="T0" fmla="*/ 555 w 555"/>
                <a:gd name="T1" fmla="*/ 0 h 866"/>
                <a:gd name="T2" fmla="*/ 555 w 555"/>
                <a:gd name="T3" fmla="*/ 433 h 866"/>
                <a:gd name="T4" fmla="*/ 555 w 555"/>
                <a:gd name="T5" fmla="*/ 866 h 866"/>
                <a:gd name="T6" fmla="*/ 0 w 555"/>
                <a:gd name="T7" fmla="*/ 433 h 866"/>
                <a:gd name="T8" fmla="*/ 555 w 555"/>
                <a:gd name="T9" fmla="*/ 0 h 866"/>
              </a:gdLst>
              <a:ahLst/>
              <a:cxnLst>
                <a:cxn ang="0">
                  <a:pos x="T0" y="T1"/>
                </a:cxn>
                <a:cxn ang="0">
                  <a:pos x="T2" y="T3"/>
                </a:cxn>
                <a:cxn ang="0">
                  <a:pos x="T4" y="T5"/>
                </a:cxn>
                <a:cxn ang="0">
                  <a:pos x="T6" y="T7"/>
                </a:cxn>
                <a:cxn ang="0">
                  <a:pos x="T8" y="T9"/>
                </a:cxn>
              </a:cxnLst>
              <a:rect l="0" t="0" r="r" b="b"/>
              <a:pathLst>
                <a:path w="555" h="866" extrusionOk="0">
                  <a:moveTo>
                    <a:pt x="555" y="0"/>
                  </a:moveTo>
                  <a:lnTo>
                    <a:pt x="555" y="433"/>
                  </a:lnTo>
                  <a:lnTo>
                    <a:pt x="555" y="866"/>
                  </a:lnTo>
                  <a:lnTo>
                    <a:pt x="0" y="433"/>
                  </a:lnTo>
                  <a:lnTo>
                    <a:pt x="555"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9" name="Freeform 37"/>
            <p:cNvSpPr>
              <a:spLocks noGrp="1" noRot="1" noMove="1" noResize="1" noEditPoints="1" noAdjustHandles="1" noChangeArrowheads="1" noChangeShapeType="1"/>
            </p:cNvSpPr>
            <p:nvPr userDrawn="1"/>
          </p:nvSpPr>
          <p:spPr bwMode="auto">
            <a:xfrm>
              <a:off x="6675" y="3928"/>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0" name="Freeform 38"/>
            <p:cNvSpPr>
              <a:spLocks noGrp="1" noRot="1" noMove="1" noResize="1" noEditPoints="1" noAdjustHandles="1" noChangeArrowheads="1" noChangeShapeType="1"/>
            </p:cNvSpPr>
            <p:nvPr userDrawn="1"/>
          </p:nvSpPr>
          <p:spPr bwMode="auto">
            <a:xfrm>
              <a:off x="6675" y="373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1" name="Freeform 39"/>
            <p:cNvSpPr>
              <a:spLocks noGrp="1" noRot="1" noMove="1" noResize="1" noEditPoints="1" noAdjustHandles="1" noChangeArrowheads="1" noChangeShapeType="1"/>
            </p:cNvSpPr>
            <p:nvPr userDrawn="1"/>
          </p:nvSpPr>
          <p:spPr bwMode="auto">
            <a:xfrm>
              <a:off x="7429" y="3928"/>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2" name="Freeform 40"/>
            <p:cNvSpPr>
              <a:spLocks noGrp="1" noRot="1" noMove="1" noResize="1" noEditPoints="1" noAdjustHandles="1" noChangeArrowheads="1" noChangeShapeType="1"/>
            </p:cNvSpPr>
            <p:nvPr userDrawn="1"/>
          </p:nvSpPr>
          <p:spPr bwMode="auto">
            <a:xfrm>
              <a:off x="7303" y="3928"/>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3" name="Freeform 41"/>
            <p:cNvSpPr>
              <a:spLocks noGrp="1" noRot="1" noMove="1" noResize="1" noEditPoints="1" noAdjustHandles="1" noChangeArrowheads="1" noChangeShapeType="1"/>
            </p:cNvSpPr>
            <p:nvPr userDrawn="1"/>
          </p:nvSpPr>
          <p:spPr bwMode="auto">
            <a:xfrm>
              <a:off x="7303" y="4027"/>
              <a:ext cx="126" cy="195"/>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4" name="Freeform 42"/>
            <p:cNvSpPr>
              <a:spLocks noGrp="1" noRot="1" noMove="1" noResize="1" noEditPoints="1" noAdjustHandles="1" noChangeArrowheads="1" noChangeShapeType="1"/>
            </p:cNvSpPr>
            <p:nvPr userDrawn="1"/>
          </p:nvSpPr>
          <p:spPr bwMode="auto">
            <a:xfrm>
              <a:off x="5921" y="3928"/>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5" name="Freeform 43"/>
            <p:cNvSpPr>
              <a:spLocks noGrp="1" noRot="1" noMove="1" noResize="1" noEditPoints="1" noAdjustHandles="1" noChangeArrowheads="1" noChangeShapeType="1"/>
            </p:cNvSpPr>
            <p:nvPr userDrawn="1"/>
          </p:nvSpPr>
          <p:spPr bwMode="auto">
            <a:xfrm>
              <a:off x="251" y="4125"/>
              <a:ext cx="126" cy="195"/>
            </a:xfrm>
            <a:custGeom>
              <a:avLst/>
              <a:gdLst>
                <a:gd name="T0" fmla="*/ 554 w 554"/>
                <a:gd name="T1" fmla="*/ 433 h 866"/>
                <a:gd name="T2" fmla="*/ 0 w 554"/>
                <a:gd name="T3" fmla="*/ 0 h 866"/>
                <a:gd name="T4" fmla="*/ 0 w 554"/>
                <a:gd name="T5" fmla="*/ 433 h 866"/>
                <a:gd name="T6" fmla="*/ 0 w 554"/>
                <a:gd name="T7" fmla="*/ 866 h 866"/>
                <a:gd name="T8" fmla="*/ 0 w 554"/>
                <a:gd name="T9" fmla="*/ 866 h 866"/>
                <a:gd name="T10" fmla="*/ 554 w 554"/>
                <a:gd name="T11" fmla="*/ 433 h 866"/>
              </a:gdLst>
              <a:ahLst/>
              <a:cxnLst>
                <a:cxn ang="0">
                  <a:pos x="T0" y="T1"/>
                </a:cxn>
                <a:cxn ang="0">
                  <a:pos x="T2" y="T3"/>
                </a:cxn>
                <a:cxn ang="0">
                  <a:pos x="T4" y="T5"/>
                </a:cxn>
                <a:cxn ang="0">
                  <a:pos x="T6" y="T7"/>
                </a:cxn>
                <a:cxn ang="0">
                  <a:pos x="T8" y="T9"/>
                </a:cxn>
                <a:cxn ang="0">
                  <a:pos x="T10" y="T11"/>
                </a:cxn>
              </a:cxnLst>
              <a:rect l="0" t="0" r="r" b="b"/>
              <a:pathLst>
                <a:path w="554" h="866" extrusionOk="0">
                  <a:moveTo>
                    <a:pt x="554" y="433"/>
                  </a:moveTo>
                  <a:lnTo>
                    <a:pt x="0" y="0"/>
                  </a:lnTo>
                  <a:lnTo>
                    <a:pt x="0" y="433"/>
                  </a:lnTo>
                  <a:lnTo>
                    <a:pt x="0" y="866"/>
                  </a:lnTo>
                  <a:lnTo>
                    <a:pt x="0" y="866"/>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6" name="Freeform 44"/>
            <p:cNvSpPr>
              <a:spLocks noGrp="1" noRot="1" noMove="1" noResize="1" noEditPoints="1" noAdjustHandles="1" noChangeArrowheads="1" noChangeShapeType="1"/>
            </p:cNvSpPr>
            <p:nvPr userDrawn="1"/>
          </p:nvSpPr>
          <p:spPr bwMode="auto">
            <a:xfrm>
              <a:off x="126" y="4125"/>
              <a:ext cx="125" cy="195"/>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7" name="Freeform 45"/>
            <p:cNvSpPr>
              <a:spLocks noGrp="1" noRot="1" noMove="1" noResize="1" noEditPoints="1" noAdjustHandles="1" noChangeArrowheads="1" noChangeShapeType="1"/>
            </p:cNvSpPr>
            <p:nvPr userDrawn="1"/>
          </p:nvSpPr>
          <p:spPr bwMode="auto">
            <a:xfrm>
              <a:off x="1131" y="4125"/>
              <a:ext cx="126" cy="195"/>
            </a:xfrm>
            <a:custGeom>
              <a:avLst/>
              <a:gdLst>
                <a:gd name="T0" fmla="*/ 0 w 554"/>
                <a:gd name="T1" fmla="*/ 433 h 866"/>
                <a:gd name="T2" fmla="*/ 554 w 554"/>
                <a:gd name="T3" fmla="*/ 866 h 866"/>
                <a:gd name="T4" fmla="*/ 554 w 554"/>
                <a:gd name="T5" fmla="*/ 866 h 866"/>
                <a:gd name="T6" fmla="*/ 554 w 554"/>
                <a:gd name="T7" fmla="*/ 433 h 866"/>
                <a:gd name="T8" fmla="*/ 554 w 554"/>
                <a:gd name="T9" fmla="*/ 0 h 866"/>
                <a:gd name="T10" fmla="*/ 0 w 554"/>
                <a:gd name="T11" fmla="*/ 433 h 866"/>
              </a:gdLst>
              <a:ahLst/>
              <a:cxnLst>
                <a:cxn ang="0">
                  <a:pos x="T0" y="T1"/>
                </a:cxn>
                <a:cxn ang="0">
                  <a:pos x="T2" y="T3"/>
                </a:cxn>
                <a:cxn ang="0">
                  <a:pos x="T4" y="T5"/>
                </a:cxn>
                <a:cxn ang="0">
                  <a:pos x="T6" y="T7"/>
                </a:cxn>
                <a:cxn ang="0">
                  <a:pos x="T8" y="T9"/>
                </a:cxn>
                <a:cxn ang="0">
                  <a:pos x="T10" y="T11"/>
                </a:cxn>
              </a:cxnLst>
              <a:rect l="0" t="0" r="r" b="b"/>
              <a:pathLst>
                <a:path w="554" h="866" extrusionOk="0">
                  <a:moveTo>
                    <a:pt x="0" y="433"/>
                  </a:moveTo>
                  <a:lnTo>
                    <a:pt x="554" y="866"/>
                  </a:lnTo>
                  <a:lnTo>
                    <a:pt x="554" y="866"/>
                  </a:lnTo>
                  <a:lnTo>
                    <a:pt x="554" y="433"/>
                  </a:lnTo>
                  <a:lnTo>
                    <a:pt x="554" y="0"/>
                  </a:lnTo>
                  <a:lnTo>
                    <a:pt x="0" y="433"/>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8" name="Freeform 46"/>
            <p:cNvSpPr>
              <a:spLocks noGrp="1" noRot="1" noMove="1" noResize="1" noEditPoints="1" noAdjustHandles="1" noChangeArrowheads="1" noChangeShapeType="1"/>
            </p:cNvSpPr>
            <p:nvPr userDrawn="1"/>
          </p:nvSpPr>
          <p:spPr bwMode="auto">
            <a:xfrm>
              <a:off x="880" y="4125"/>
              <a:ext cx="125" cy="195"/>
            </a:xfrm>
            <a:custGeom>
              <a:avLst/>
              <a:gdLst>
                <a:gd name="T0" fmla="*/ 0 w 554"/>
                <a:gd name="T1" fmla="*/ 433 h 866"/>
                <a:gd name="T2" fmla="*/ 554 w 554"/>
                <a:gd name="T3" fmla="*/ 866 h 866"/>
                <a:gd name="T4" fmla="*/ 554 w 554"/>
                <a:gd name="T5" fmla="*/ 866 h 866"/>
                <a:gd name="T6" fmla="*/ 554 w 554"/>
                <a:gd name="T7" fmla="*/ 433 h 866"/>
                <a:gd name="T8" fmla="*/ 554 w 554"/>
                <a:gd name="T9" fmla="*/ 0 h 866"/>
                <a:gd name="T10" fmla="*/ 0 w 554"/>
                <a:gd name="T11" fmla="*/ 433 h 866"/>
              </a:gdLst>
              <a:ahLst/>
              <a:cxnLst>
                <a:cxn ang="0">
                  <a:pos x="T0" y="T1"/>
                </a:cxn>
                <a:cxn ang="0">
                  <a:pos x="T2" y="T3"/>
                </a:cxn>
                <a:cxn ang="0">
                  <a:pos x="T4" y="T5"/>
                </a:cxn>
                <a:cxn ang="0">
                  <a:pos x="T6" y="T7"/>
                </a:cxn>
                <a:cxn ang="0">
                  <a:pos x="T8" y="T9"/>
                </a:cxn>
                <a:cxn ang="0">
                  <a:pos x="T10" y="T11"/>
                </a:cxn>
              </a:cxnLst>
              <a:rect l="0" t="0" r="r" b="b"/>
              <a:pathLst>
                <a:path w="554" h="866" extrusionOk="0">
                  <a:moveTo>
                    <a:pt x="0" y="433"/>
                  </a:moveTo>
                  <a:lnTo>
                    <a:pt x="554" y="866"/>
                  </a:ln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9" name="Freeform 47"/>
            <p:cNvSpPr>
              <a:spLocks noGrp="1" noRot="1" noMove="1" noResize="1" noEditPoints="1" noAdjustHandles="1" noChangeArrowheads="1" noChangeShapeType="1"/>
            </p:cNvSpPr>
            <p:nvPr userDrawn="1"/>
          </p:nvSpPr>
          <p:spPr bwMode="auto">
            <a:xfrm>
              <a:off x="2010" y="4125"/>
              <a:ext cx="126" cy="195"/>
            </a:xfrm>
            <a:custGeom>
              <a:avLst/>
              <a:gdLst>
                <a:gd name="T0" fmla="*/ 554 w 554"/>
                <a:gd name="T1" fmla="*/ 433 h 866"/>
                <a:gd name="T2" fmla="*/ 0 w 554"/>
                <a:gd name="T3" fmla="*/ 0 h 866"/>
                <a:gd name="T4" fmla="*/ 0 w 554"/>
                <a:gd name="T5" fmla="*/ 433 h 866"/>
                <a:gd name="T6" fmla="*/ 0 w 554"/>
                <a:gd name="T7" fmla="*/ 866 h 866"/>
                <a:gd name="T8" fmla="*/ 0 w 554"/>
                <a:gd name="T9" fmla="*/ 866 h 866"/>
                <a:gd name="T10" fmla="*/ 554 w 554"/>
                <a:gd name="T11" fmla="*/ 433 h 866"/>
              </a:gdLst>
              <a:ahLst/>
              <a:cxnLst>
                <a:cxn ang="0">
                  <a:pos x="T0" y="T1"/>
                </a:cxn>
                <a:cxn ang="0">
                  <a:pos x="T2" y="T3"/>
                </a:cxn>
                <a:cxn ang="0">
                  <a:pos x="T4" y="T5"/>
                </a:cxn>
                <a:cxn ang="0">
                  <a:pos x="T6" y="T7"/>
                </a:cxn>
                <a:cxn ang="0">
                  <a:pos x="T8" y="T9"/>
                </a:cxn>
                <a:cxn ang="0">
                  <a:pos x="T10" y="T11"/>
                </a:cxn>
              </a:cxnLst>
              <a:rect l="0" t="0" r="r" b="b"/>
              <a:pathLst>
                <a:path w="554" h="866" extrusionOk="0">
                  <a:moveTo>
                    <a:pt x="554" y="433"/>
                  </a:moveTo>
                  <a:lnTo>
                    <a:pt x="0" y="0"/>
                  </a:lnTo>
                  <a:lnTo>
                    <a:pt x="0" y="433"/>
                  </a:lnTo>
                  <a:lnTo>
                    <a:pt x="0" y="866"/>
                  </a:lnTo>
                  <a:lnTo>
                    <a:pt x="0" y="866"/>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0" name="Freeform 48"/>
            <p:cNvSpPr>
              <a:spLocks noGrp="1" noRot="1" noMove="1" noResize="1" noEditPoints="1" noAdjustHandles="1" noChangeArrowheads="1" noChangeShapeType="1"/>
            </p:cNvSpPr>
            <p:nvPr userDrawn="1"/>
          </p:nvSpPr>
          <p:spPr bwMode="auto">
            <a:xfrm>
              <a:off x="126" y="4027"/>
              <a:ext cx="125" cy="195"/>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1" name="Freeform 49"/>
            <p:cNvSpPr>
              <a:spLocks noGrp="1" noRot="1" noMove="1" noResize="1" noEditPoints="1" noAdjustHandles="1" noChangeArrowheads="1" noChangeShapeType="1"/>
            </p:cNvSpPr>
            <p:nvPr userDrawn="1"/>
          </p:nvSpPr>
          <p:spPr bwMode="auto">
            <a:xfrm>
              <a:off x="377" y="4027"/>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2" name="Freeform 50"/>
            <p:cNvSpPr>
              <a:spLocks noGrp="1" noRot="1" noMove="1" noResize="1" noEditPoints="1" noAdjustHandles="1" noChangeArrowheads="1" noChangeShapeType="1"/>
            </p:cNvSpPr>
            <p:nvPr userDrawn="1"/>
          </p:nvSpPr>
          <p:spPr bwMode="auto">
            <a:xfrm>
              <a:off x="628" y="4027"/>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3" name="Freeform 51"/>
            <p:cNvSpPr>
              <a:spLocks noGrp="1" noRot="1" noMove="1" noResize="1" noEditPoints="1" noAdjustHandles="1" noChangeArrowheads="1" noChangeShapeType="1"/>
            </p:cNvSpPr>
            <p:nvPr userDrawn="1"/>
          </p:nvSpPr>
          <p:spPr bwMode="auto">
            <a:xfrm>
              <a:off x="754" y="4027"/>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4" name="Freeform 52"/>
            <p:cNvSpPr>
              <a:spLocks noGrp="1" noRot="1" noMove="1" noResize="1" noEditPoints="1" noAdjustHandles="1" noChangeArrowheads="1" noChangeShapeType="1"/>
            </p:cNvSpPr>
            <p:nvPr userDrawn="1"/>
          </p:nvSpPr>
          <p:spPr bwMode="auto">
            <a:xfrm>
              <a:off x="1131" y="4027"/>
              <a:ext cx="126"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5" name="Freeform 53"/>
            <p:cNvSpPr>
              <a:spLocks noGrp="1" noRot="1" noMove="1" noResize="1" noEditPoints="1" noAdjustHandles="1" noChangeArrowheads="1" noChangeShapeType="1"/>
            </p:cNvSpPr>
            <p:nvPr userDrawn="1"/>
          </p:nvSpPr>
          <p:spPr bwMode="auto">
            <a:xfrm>
              <a:off x="880" y="4027"/>
              <a:ext cx="125" cy="195"/>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6" name="Freeform 54"/>
            <p:cNvSpPr>
              <a:spLocks noGrp="1" noRot="1" noMove="1" noResize="1" noEditPoints="1" noAdjustHandles="1" noChangeArrowheads="1" noChangeShapeType="1"/>
            </p:cNvSpPr>
            <p:nvPr userDrawn="1"/>
          </p:nvSpPr>
          <p:spPr bwMode="auto">
            <a:xfrm>
              <a:off x="125" y="3928"/>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7" name="Freeform 55"/>
            <p:cNvSpPr>
              <a:spLocks noGrp="1" noRot="1" noMove="1" noResize="1" noEditPoints="1" noAdjustHandles="1" noChangeArrowheads="1" noChangeShapeType="1"/>
            </p:cNvSpPr>
            <p:nvPr userDrawn="1"/>
          </p:nvSpPr>
          <p:spPr bwMode="auto">
            <a:xfrm>
              <a:off x="0" y="3928"/>
              <a:ext cx="125" cy="195"/>
            </a:xfrm>
            <a:custGeom>
              <a:avLst/>
              <a:gdLst>
                <a:gd name="T0" fmla="*/ 552 w 552"/>
                <a:gd name="T1" fmla="*/ 431 h 862"/>
                <a:gd name="T2" fmla="*/ 0 w 552"/>
                <a:gd name="T3" fmla="*/ 862 h 862"/>
                <a:gd name="T4" fmla="*/ 0 w 552"/>
                <a:gd name="T5" fmla="*/ 0 h 862"/>
                <a:gd name="T6" fmla="*/ 552 w 552"/>
                <a:gd name="T7" fmla="*/ 431 h 862"/>
              </a:gdLst>
              <a:ahLst/>
              <a:cxnLst>
                <a:cxn ang="0">
                  <a:pos x="T0" y="T1"/>
                </a:cxn>
                <a:cxn ang="0">
                  <a:pos x="T2" y="T3"/>
                </a:cxn>
                <a:cxn ang="0">
                  <a:pos x="T4" y="T5"/>
                </a:cxn>
                <a:cxn ang="0">
                  <a:pos x="T6" y="T7"/>
                </a:cxn>
              </a:cxnLst>
              <a:rect l="0" t="0" r="r" b="b"/>
              <a:pathLst>
                <a:path w="552" h="862" extrusionOk="0">
                  <a:moveTo>
                    <a:pt x="552" y="431"/>
                  </a:moveTo>
                  <a:lnTo>
                    <a:pt x="0" y="862"/>
                  </a:lnTo>
                  <a:lnTo>
                    <a:pt x="0" y="0"/>
                  </a:lnTo>
                  <a:lnTo>
                    <a:pt x="552" y="431"/>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8" name="Freeform 56"/>
            <p:cNvSpPr>
              <a:spLocks noGrp="1" noRot="1" noMove="1" noResize="1" noEditPoints="1" noAdjustHandles="1" noChangeArrowheads="1" noChangeShapeType="1"/>
            </p:cNvSpPr>
            <p:nvPr userDrawn="1"/>
          </p:nvSpPr>
          <p:spPr bwMode="auto">
            <a:xfrm>
              <a:off x="251" y="3928"/>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9" name="Freeform 57"/>
            <p:cNvSpPr>
              <a:spLocks noGrp="1" noRot="1" noMove="1" noResize="1" noEditPoints="1" noAdjustHandles="1" noChangeArrowheads="1" noChangeShapeType="1"/>
            </p:cNvSpPr>
            <p:nvPr userDrawn="1"/>
          </p:nvSpPr>
          <p:spPr bwMode="auto">
            <a:xfrm>
              <a:off x="1634" y="3928"/>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0" name="Freeform 58"/>
            <p:cNvSpPr>
              <a:spLocks noGrp="1" noRot="1" noMove="1" noResize="1" noEditPoints="1" noAdjustHandles="1" noChangeArrowheads="1" noChangeShapeType="1"/>
            </p:cNvSpPr>
            <p:nvPr userDrawn="1"/>
          </p:nvSpPr>
          <p:spPr bwMode="auto">
            <a:xfrm>
              <a:off x="1760" y="3928"/>
              <a:ext cx="125"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1" name="Freeform 59"/>
            <p:cNvSpPr>
              <a:spLocks noGrp="1" noRot="1" noMove="1" noResize="1" noEditPoints="1" noAdjustHandles="1" noChangeArrowheads="1" noChangeShapeType="1"/>
            </p:cNvSpPr>
            <p:nvPr userDrawn="1"/>
          </p:nvSpPr>
          <p:spPr bwMode="auto">
            <a:xfrm>
              <a:off x="1508" y="3928"/>
              <a:ext cx="126" cy="196"/>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2" name="Freeform 60"/>
            <p:cNvSpPr>
              <a:spLocks noGrp="1" noRot="1" noMove="1" noResize="1" noEditPoints="1" noAdjustHandles="1" noChangeArrowheads="1" noChangeShapeType="1"/>
            </p:cNvSpPr>
            <p:nvPr userDrawn="1"/>
          </p:nvSpPr>
          <p:spPr bwMode="auto">
            <a:xfrm>
              <a:off x="1257" y="3928"/>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3" name="Freeform 61"/>
            <p:cNvSpPr>
              <a:spLocks noGrp="1" noRot="1" noMove="1" noResize="1" noEditPoints="1" noAdjustHandles="1" noChangeArrowheads="1" noChangeShapeType="1"/>
            </p:cNvSpPr>
            <p:nvPr userDrawn="1"/>
          </p:nvSpPr>
          <p:spPr bwMode="auto">
            <a:xfrm>
              <a:off x="628" y="38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4" name="Freeform 62"/>
            <p:cNvSpPr>
              <a:spLocks noGrp="1" noRot="1" noMove="1" noResize="1" noEditPoints="1" noAdjustHandles="1" noChangeArrowheads="1" noChangeShapeType="1"/>
            </p:cNvSpPr>
            <p:nvPr userDrawn="1"/>
          </p:nvSpPr>
          <p:spPr bwMode="auto">
            <a:xfrm>
              <a:off x="251"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5" name="Freeform 63"/>
            <p:cNvSpPr>
              <a:spLocks noGrp="1" noRot="1" noMove="1" noResize="1" noEditPoints="1" noAdjustHandles="1" noChangeArrowheads="1" noChangeShapeType="1"/>
            </p:cNvSpPr>
            <p:nvPr userDrawn="1"/>
          </p:nvSpPr>
          <p:spPr bwMode="auto">
            <a:xfrm>
              <a:off x="503" y="3831"/>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6" name="Freeform 64"/>
            <p:cNvSpPr>
              <a:spLocks noGrp="1" noRot="1" noMove="1" noResize="1" noEditPoints="1" noAdjustHandles="1" noChangeArrowheads="1" noChangeShapeType="1"/>
            </p:cNvSpPr>
            <p:nvPr userDrawn="1"/>
          </p:nvSpPr>
          <p:spPr bwMode="auto">
            <a:xfrm>
              <a:off x="754" y="3831"/>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7" name="Freeform 65"/>
            <p:cNvSpPr>
              <a:spLocks noGrp="1" noRot="1" noMove="1" noResize="1" noEditPoints="1" noAdjustHandles="1" noChangeArrowheads="1" noChangeShapeType="1"/>
            </p:cNvSpPr>
            <p:nvPr userDrawn="1"/>
          </p:nvSpPr>
          <p:spPr bwMode="auto">
            <a:xfrm>
              <a:off x="1508" y="3831"/>
              <a:ext cx="125"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CEE3F3"/>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8" name="Freeform 66"/>
            <p:cNvSpPr>
              <a:spLocks noGrp="1" noRot="1" noMove="1" noResize="1" noEditPoints="1" noAdjustHandles="1" noChangeArrowheads="1" noChangeShapeType="1"/>
            </p:cNvSpPr>
            <p:nvPr userDrawn="1"/>
          </p:nvSpPr>
          <p:spPr bwMode="auto">
            <a:xfrm>
              <a:off x="1633" y="38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99" name="Freeform 67"/>
            <p:cNvSpPr>
              <a:spLocks noGrp="1" noRot="1" noMove="1" noResize="1" noEditPoints="1" noAdjustHandles="1" noChangeArrowheads="1" noChangeShapeType="1"/>
            </p:cNvSpPr>
            <p:nvPr userDrawn="1"/>
          </p:nvSpPr>
          <p:spPr bwMode="auto">
            <a:xfrm>
              <a:off x="1885" y="3831"/>
              <a:ext cx="125"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0" name="Freeform 68"/>
            <p:cNvSpPr>
              <a:spLocks noGrp="1" noRot="1" noMove="1" noResize="1" noEditPoints="1" noAdjustHandles="1" noChangeArrowheads="1" noChangeShapeType="1"/>
            </p:cNvSpPr>
            <p:nvPr userDrawn="1"/>
          </p:nvSpPr>
          <p:spPr bwMode="auto">
            <a:xfrm>
              <a:off x="1005" y="38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1" name="Freeform 69"/>
            <p:cNvSpPr>
              <a:spLocks noGrp="1" noRot="1" noMove="1" noResize="1" noEditPoints="1" noAdjustHandles="1" noChangeArrowheads="1" noChangeShapeType="1"/>
            </p:cNvSpPr>
            <p:nvPr userDrawn="1"/>
          </p:nvSpPr>
          <p:spPr bwMode="auto">
            <a:xfrm>
              <a:off x="503" y="3733"/>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2" name="Freeform 70"/>
            <p:cNvSpPr>
              <a:spLocks noGrp="1" noRot="1" noMove="1" noResize="1" noEditPoints="1" noAdjustHandles="1" noChangeArrowheads="1" noChangeShapeType="1"/>
            </p:cNvSpPr>
            <p:nvPr userDrawn="1"/>
          </p:nvSpPr>
          <p:spPr bwMode="auto">
            <a:xfrm>
              <a:off x="251" y="37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3" name="Freeform 71"/>
            <p:cNvSpPr>
              <a:spLocks noGrp="1" noRot="1" noMove="1" noResize="1" noEditPoints="1" noAdjustHandles="1" noChangeArrowheads="1" noChangeShapeType="1"/>
            </p:cNvSpPr>
            <p:nvPr userDrawn="1"/>
          </p:nvSpPr>
          <p:spPr bwMode="auto">
            <a:xfrm>
              <a:off x="377"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4" name="Freeform 72"/>
            <p:cNvSpPr>
              <a:spLocks noGrp="1" noRot="1" noMove="1" noResize="1" noEditPoints="1" noAdjustHandles="1" noChangeArrowheads="1" noChangeShapeType="1"/>
            </p:cNvSpPr>
            <p:nvPr userDrawn="1"/>
          </p:nvSpPr>
          <p:spPr bwMode="auto">
            <a:xfrm>
              <a:off x="880" y="3733"/>
              <a:ext cx="125"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5" name="Freeform 73"/>
            <p:cNvSpPr>
              <a:spLocks noGrp="1" noRot="1" noMove="1" noResize="1" noEditPoints="1" noAdjustHandles="1" noChangeArrowheads="1" noChangeShapeType="1"/>
            </p:cNvSpPr>
            <p:nvPr userDrawn="1"/>
          </p:nvSpPr>
          <p:spPr bwMode="auto">
            <a:xfrm>
              <a:off x="1131" y="3733"/>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6" name="Freeform 74"/>
            <p:cNvSpPr>
              <a:spLocks noGrp="1" noRot="1" noMove="1" noResize="1" noEditPoints="1" noAdjustHandles="1" noChangeArrowheads="1" noChangeShapeType="1"/>
            </p:cNvSpPr>
            <p:nvPr userDrawn="1"/>
          </p:nvSpPr>
          <p:spPr bwMode="auto">
            <a:xfrm>
              <a:off x="1633" y="373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7" name="Freeform 75"/>
            <p:cNvSpPr>
              <a:spLocks noGrp="1" noRot="1" noMove="1" noResize="1" noEditPoints="1" noAdjustHandles="1" noChangeArrowheads="1" noChangeShapeType="1"/>
            </p:cNvSpPr>
            <p:nvPr userDrawn="1"/>
          </p:nvSpPr>
          <p:spPr bwMode="auto">
            <a:xfrm>
              <a:off x="2010" y="3733"/>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8" name="Freeform 76"/>
            <p:cNvSpPr>
              <a:spLocks noGrp="1" noRot="1" noMove="1" noResize="1" noEditPoints="1" noAdjustHandles="1" noChangeArrowheads="1" noChangeShapeType="1"/>
            </p:cNvSpPr>
            <p:nvPr userDrawn="1"/>
          </p:nvSpPr>
          <p:spPr bwMode="auto">
            <a:xfrm>
              <a:off x="251"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09" name="Freeform 77"/>
            <p:cNvSpPr>
              <a:spLocks noGrp="1" noRot="1" noMove="1" noResize="1" noEditPoints="1" noAdjustHandles="1" noChangeArrowheads="1" noChangeShapeType="1"/>
            </p:cNvSpPr>
            <p:nvPr userDrawn="1"/>
          </p:nvSpPr>
          <p:spPr bwMode="auto">
            <a:xfrm>
              <a:off x="126" y="3635"/>
              <a:ext cx="125"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0" name="Freeform 78"/>
            <p:cNvSpPr>
              <a:spLocks noGrp="1" noRot="1" noMove="1" noResize="1" noEditPoints="1" noAdjustHandles="1" noChangeArrowheads="1" noChangeShapeType="1"/>
            </p:cNvSpPr>
            <p:nvPr userDrawn="1"/>
          </p:nvSpPr>
          <p:spPr bwMode="auto">
            <a:xfrm>
              <a:off x="1005" y="36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1" name="Freeform 79"/>
            <p:cNvSpPr>
              <a:spLocks noGrp="1" noRot="1" noMove="1" noResize="1" noEditPoints="1" noAdjustHandles="1" noChangeArrowheads="1" noChangeShapeType="1"/>
            </p:cNvSpPr>
            <p:nvPr userDrawn="1"/>
          </p:nvSpPr>
          <p:spPr bwMode="auto">
            <a:xfrm>
              <a:off x="628" y="36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2" name="Freeform 80"/>
            <p:cNvSpPr>
              <a:spLocks noGrp="1" noRot="1" noMove="1" noResize="1" noEditPoints="1" noAdjustHandles="1" noChangeArrowheads="1" noChangeShapeType="1"/>
            </p:cNvSpPr>
            <p:nvPr userDrawn="1"/>
          </p:nvSpPr>
          <p:spPr bwMode="auto">
            <a:xfrm>
              <a:off x="628" y="3538"/>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3" name="Freeform 81"/>
            <p:cNvSpPr>
              <a:spLocks noGrp="1" noRot="1" noMove="1" noResize="1" noEditPoints="1" noAdjustHandles="1" noChangeArrowheads="1" noChangeShapeType="1"/>
            </p:cNvSpPr>
            <p:nvPr userDrawn="1"/>
          </p:nvSpPr>
          <p:spPr bwMode="auto">
            <a:xfrm>
              <a:off x="377" y="3440"/>
              <a:ext cx="126" cy="195"/>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3DAD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4" name="Freeform 82"/>
            <p:cNvSpPr>
              <a:spLocks noGrp="1" noRot="1" noMove="1" noResize="1" noEditPoints="1" noAdjustHandles="1" noChangeArrowheads="1" noChangeShapeType="1"/>
            </p:cNvSpPr>
            <p:nvPr userDrawn="1"/>
          </p:nvSpPr>
          <p:spPr bwMode="auto">
            <a:xfrm>
              <a:off x="0" y="3440"/>
              <a:ext cx="126"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5" name="Freeform 83"/>
            <p:cNvSpPr>
              <a:spLocks noGrp="1" noRot="1" noMove="1" noResize="1" noEditPoints="1" noAdjustHandles="1" noChangeArrowheads="1" noChangeShapeType="1"/>
            </p:cNvSpPr>
            <p:nvPr userDrawn="1"/>
          </p:nvSpPr>
          <p:spPr bwMode="auto">
            <a:xfrm>
              <a:off x="503" y="3440"/>
              <a:ext cx="125" cy="195"/>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6" name="Freeform 84"/>
            <p:cNvSpPr>
              <a:spLocks noGrp="1" noRot="1" noMove="1" noResize="1" noEditPoints="1" noAdjustHandles="1" noChangeArrowheads="1" noChangeShapeType="1"/>
            </p:cNvSpPr>
            <p:nvPr userDrawn="1"/>
          </p:nvSpPr>
          <p:spPr bwMode="auto">
            <a:xfrm>
              <a:off x="126" y="3342"/>
              <a:ext cx="125"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7" name="Freeform 85"/>
            <p:cNvSpPr>
              <a:spLocks noGrp="1" noRot="1" noMove="1" noResize="1" noEditPoints="1" noAdjustHandles="1" noChangeArrowheads="1" noChangeShapeType="1"/>
            </p:cNvSpPr>
            <p:nvPr userDrawn="1"/>
          </p:nvSpPr>
          <p:spPr bwMode="auto">
            <a:xfrm>
              <a:off x="377" y="3342"/>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8" name="Freeform 86"/>
            <p:cNvSpPr>
              <a:spLocks noGrp="1" noRot="1" noMove="1" noResize="1" noEditPoints="1" noAdjustHandles="1" noChangeArrowheads="1" noChangeShapeType="1"/>
            </p:cNvSpPr>
            <p:nvPr userDrawn="1"/>
          </p:nvSpPr>
          <p:spPr bwMode="auto">
            <a:xfrm>
              <a:off x="0" y="3342"/>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B18CCB"/>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19" name="Freeform 87"/>
            <p:cNvSpPr>
              <a:spLocks noGrp="1" noRot="1" noMove="1" noResize="1" noEditPoints="1" noAdjustHandles="1" noChangeArrowheads="1" noChangeShapeType="1"/>
            </p:cNvSpPr>
            <p:nvPr userDrawn="1"/>
          </p:nvSpPr>
          <p:spPr bwMode="auto">
            <a:xfrm>
              <a:off x="628"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0" name="Freeform 88"/>
            <p:cNvSpPr>
              <a:spLocks noGrp="1" noRot="1" noMove="1" noResize="1" noEditPoints="1" noAdjustHandles="1" noChangeArrowheads="1" noChangeShapeType="1"/>
            </p:cNvSpPr>
            <p:nvPr userDrawn="1"/>
          </p:nvSpPr>
          <p:spPr bwMode="auto">
            <a:xfrm>
              <a:off x="377" y="3244"/>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1" name="Freeform 89"/>
            <p:cNvSpPr>
              <a:spLocks noGrp="1" noRot="1" noMove="1" noResize="1" noEditPoints="1" noAdjustHandles="1" noChangeArrowheads="1" noChangeShapeType="1"/>
            </p:cNvSpPr>
            <p:nvPr userDrawn="1"/>
          </p:nvSpPr>
          <p:spPr bwMode="auto">
            <a:xfrm>
              <a:off x="0" y="324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2" name="Freeform 90"/>
            <p:cNvSpPr>
              <a:spLocks noGrp="1" noRot="1" noMove="1" noResize="1" noEditPoints="1" noAdjustHandles="1" noChangeArrowheads="1" noChangeShapeType="1"/>
            </p:cNvSpPr>
            <p:nvPr userDrawn="1"/>
          </p:nvSpPr>
          <p:spPr bwMode="auto">
            <a:xfrm>
              <a:off x="251" y="324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3" name="Freeform 91"/>
            <p:cNvSpPr>
              <a:spLocks noGrp="1" noRot="1" noMove="1" noResize="1" noEditPoints="1" noAdjustHandles="1" noChangeArrowheads="1" noChangeShapeType="1"/>
            </p:cNvSpPr>
            <p:nvPr userDrawn="1"/>
          </p:nvSpPr>
          <p:spPr bwMode="auto">
            <a:xfrm>
              <a:off x="126" y="3146"/>
              <a:ext cx="125" cy="196"/>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extrusionOk="0">
                  <a:moveTo>
                    <a:pt x="554" y="0"/>
                  </a:moveTo>
                  <a:lnTo>
                    <a:pt x="554" y="432"/>
                  </a:lnTo>
                  <a:lnTo>
                    <a:pt x="554" y="865"/>
                  </a:lnTo>
                  <a:lnTo>
                    <a:pt x="0" y="432"/>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4" name="Freeform 92"/>
            <p:cNvSpPr>
              <a:spLocks noGrp="1" noRot="1" noMove="1" noResize="1" noEditPoints="1" noAdjustHandles="1" noChangeArrowheads="1" noChangeShapeType="1"/>
            </p:cNvSpPr>
            <p:nvPr userDrawn="1"/>
          </p:nvSpPr>
          <p:spPr bwMode="auto">
            <a:xfrm>
              <a:off x="126" y="3049"/>
              <a:ext cx="125" cy="195"/>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extrusionOk="0">
                  <a:moveTo>
                    <a:pt x="554" y="433"/>
                  </a:moveTo>
                  <a:lnTo>
                    <a:pt x="0" y="865"/>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125" name="Freeform 93"/>
            <p:cNvSpPr>
              <a:spLocks noGrp="1" noRot="1" noMove="1" noResize="1" noEditPoints="1" noAdjustHandles="1" noChangeArrowheads="1" noChangeShapeType="1"/>
            </p:cNvSpPr>
            <p:nvPr userDrawn="1"/>
          </p:nvSpPr>
          <p:spPr bwMode="auto">
            <a:xfrm>
              <a:off x="0" y="3049"/>
              <a:ext cx="126" cy="195"/>
            </a:xfrm>
            <a:custGeom>
              <a:avLst/>
              <a:gdLst>
                <a:gd name="T0" fmla="*/ 554 w 554"/>
                <a:gd name="T1" fmla="*/ 0 h 865"/>
                <a:gd name="T2" fmla="*/ 554 w 554"/>
                <a:gd name="T3" fmla="*/ 432 h 865"/>
                <a:gd name="T4" fmla="*/ 554 w 554"/>
                <a:gd name="T5" fmla="*/ 865 h 865"/>
                <a:gd name="T6" fmla="*/ 0 w 554"/>
                <a:gd name="T7" fmla="*/ 432 h 865"/>
                <a:gd name="T8" fmla="*/ 554 w 554"/>
                <a:gd name="T9" fmla="*/ 0 h 865"/>
              </a:gdLst>
              <a:ahLst/>
              <a:cxnLst>
                <a:cxn ang="0">
                  <a:pos x="T0" y="T1"/>
                </a:cxn>
                <a:cxn ang="0">
                  <a:pos x="T2" y="T3"/>
                </a:cxn>
                <a:cxn ang="0">
                  <a:pos x="T4" y="T5"/>
                </a:cxn>
                <a:cxn ang="0">
                  <a:pos x="T6" y="T7"/>
                </a:cxn>
                <a:cxn ang="0">
                  <a:pos x="T8" y="T9"/>
                </a:cxn>
              </a:cxnLst>
              <a:rect l="0" t="0" r="r" b="b"/>
              <a:pathLst>
                <a:path w="554" h="865" extrusionOk="0">
                  <a:moveTo>
                    <a:pt x="554" y="0"/>
                  </a:moveTo>
                  <a:lnTo>
                    <a:pt x="554" y="432"/>
                  </a:lnTo>
                  <a:lnTo>
                    <a:pt x="554" y="865"/>
                  </a:lnTo>
                  <a:lnTo>
                    <a:pt x="0" y="432"/>
                  </a:lnTo>
                  <a:lnTo>
                    <a:pt x="554" y="0"/>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pic>
        <p:nvPicPr>
          <p:cNvPr id="29" name="UNIVERSITÄT PADERBORN Logo"/>
          <p:cNvPicPr>
            <a:picLocks noGrp="1" noRot="1" noChangeAspect="1" noMove="1" noResize="1" noEditPoints="1" noAdjustHandles="1" noChangeArrowheads="1" noChangeShapeType="1" noCrop="1"/>
          </p:cNvPicPr>
          <p:nvPr userDrawn="1"/>
        </p:nvPicPr>
        <p:blipFill>
          <a:blip r:embed="rId2"/>
          <a:stretch/>
        </p:blipFill>
        <p:spPr bwMode="auto">
          <a:xfrm>
            <a:off x="2543968" y="506306"/>
            <a:ext cx="2584799" cy="1052305"/>
          </a:xfrm>
          <a:prstGeom prst="rect">
            <a:avLst/>
          </a:prstGeom>
        </p:spPr>
      </p:pic>
      <p:sp>
        <p:nvSpPr>
          <p:cNvPr id="4" name="Sprechzeiten Text"/>
          <p:cNvSpPr>
            <a:spLocks noGrp="1"/>
          </p:cNvSpPr>
          <p:nvPr>
            <p:ph type="body" orient="vert" idx="1" hasCustomPrompt="1"/>
          </p:nvPr>
        </p:nvSpPr>
        <p:spPr bwMode="auto">
          <a:xfrm>
            <a:off x="3416300" y="5105066"/>
            <a:ext cx="6335536" cy="504000"/>
          </a:xfrm>
          <a:prstGeom prst="rect">
            <a:avLst/>
          </a:prstGeom>
        </p:spPr>
        <p:txBody>
          <a:bodyPr vert="horz" numCol="1"/>
          <a:lstStyle>
            <a:lvl1pPr marL="0" indent="0" algn="l">
              <a:lnSpc>
                <a:spcPts val="1920"/>
              </a:lnSpc>
              <a:spcBef>
                <a:spcPts val="0"/>
              </a:spcBef>
              <a:spcAft>
                <a:spcPts val="0"/>
              </a:spcAft>
              <a:buFont typeface="Arial"/>
              <a:buNone/>
              <a:defRPr lang="de-DE" sz="1600"/>
            </a:lvl1pPr>
            <a:lvl2pPr marL="0" indent="0" algn="l">
              <a:lnSpc>
                <a:spcPts val="1920"/>
              </a:lnSpc>
              <a:spcBef>
                <a:spcPts val="0"/>
              </a:spcBef>
              <a:spcAft>
                <a:spcPts val="0"/>
              </a:spcAft>
              <a:buFont typeface="Arial"/>
              <a:buNone/>
              <a:defRPr lang="de-DE" sz="1600"/>
            </a:lvl2pPr>
            <a:lvl3pPr marL="0" indent="0" algn="l">
              <a:lnSpc>
                <a:spcPts val="1920"/>
              </a:lnSpc>
              <a:spcBef>
                <a:spcPts val="0"/>
              </a:spcBef>
              <a:spcAft>
                <a:spcPts val="0"/>
              </a:spcAft>
              <a:buFont typeface="Arial"/>
              <a:buNone/>
              <a:defRPr lang="de-DE" sz="1600"/>
            </a:lvl3pPr>
            <a:lvl4pPr marL="0" indent="0" algn="l">
              <a:lnSpc>
                <a:spcPts val="1920"/>
              </a:lnSpc>
              <a:spcBef>
                <a:spcPts val="0"/>
              </a:spcBef>
              <a:spcAft>
                <a:spcPts val="0"/>
              </a:spcAft>
              <a:buFont typeface="Arial"/>
              <a:buNone/>
              <a:defRPr lang="de-DE" sz="1600"/>
            </a:lvl4pPr>
            <a:lvl5pPr marL="0" indent="0" algn="l">
              <a:lnSpc>
                <a:spcPts val="1920"/>
              </a:lnSpc>
              <a:spcBef>
                <a:spcPts val="0"/>
              </a:spcBef>
              <a:spcAft>
                <a:spcPts val="0"/>
              </a:spcAft>
              <a:buFont typeface="Arial"/>
              <a:buNone/>
              <a:defRPr lang="de-DE" sz="1600"/>
            </a:lvl5pPr>
            <a:lvl6pPr marL="0" indent="0" algn="l">
              <a:lnSpc>
                <a:spcPts val="1920"/>
              </a:lnSpc>
              <a:spcBef>
                <a:spcPts val="0"/>
              </a:spcBef>
              <a:spcAft>
                <a:spcPts val="0"/>
              </a:spcAft>
              <a:buFont typeface="Arial"/>
              <a:buNone/>
              <a:defRPr lang="de-DE" sz="1600"/>
            </a:lvl6pPr>
            <a:lvl7pPr marL="0" indent="0" algn="l">
              <a:lnSpc>
                <a:spcPts val="1920"/>
              </a:lnSpc>
              <a:spcBef>
                <a:spcPts val="0"/>
              </a:spcBef>
              <a:spcAft>
                <a:spcPts val="0"/>
              </a:spcAft>
              <a:buFont typeface="Arial"/>
              <a:buNone/>
              <a:defRPr lang="de-DE" sz="1600"/>
            </a:lvl7pPr>
            <a:lvl8pPr marL="0" indent="0" algn="l">
              <a:lnSpc>
                <a:spcPts val="1920"/>
              </a:lnSpc>
              <a:spcBef>
                <a:spcPts val="0"/>
              </a:spcBef>
              <a:spcAft>
                <a:spcPts val="0"/>
              </a:spcAft>
              <a:buFont typeface="Arial"/>
              <a:buNone/>
              <a:defRPr lang="de-DE" sz="1600"/>
            </a:lvl8pPr>
            <a:lvl9pPr marL="0" indent="0" algn="l">
              <a:lnSpc>
                <a:spcPts val="1920"/>
              </a:lnSpc>
              <a:spcBef>
                <a:spcPts val="0"/>
              </a:spcBef>
              <a:spcAft>
                <a:spcPts val="0"/>
              </a:spcAft>
              <a:buFont typeface="Arial"/>
              <a:buNone/>
              <a:defRPr lang="de-DE" sz="1600"/>
            </a:lvl9pPr>
          </a:lstStyle>
          <a:p>
            <a:pPr lvl="0">
              <a:defRPr/>
            </a:pPr>
            <a:r>
              <a:rPr lang="de-DE"/>
              <a:t>Montag &amp; Dienstag 10.30 – 12 Uhr; Donnerstag 10.30 – 12 Uhr &amp; </a:t>
            </a:r>
            <a:br>
              <a:rPr lang="de-DE"/>
            </a:br>
            <a:r>
              <a:rPr lang="de-DE"/>
              <a:t>14 –15 Uhr; Freitag 10.30 – 11.30 Uhr</a:t>
            </a:r>
            <a:endParaRPr/>
          </a:p>
        </p:txBody>
      </p:sp>
      <p:sp>
        <p:nvSpPr>
          <p:cNvPr id="19" name="Sprechzeiten"/>
          <p:cNvSpPr>
            <a:spLocks noGrp="1"/>
          </p:cNvSpPr>
          <p:nvPr>
            <p:ph type="body" orient="vert" idx="21" hasCustomPrompt="1"/>
          </p:nvPr>
        </p:nvSpPr>
        <p:spPr bwMode="auto">
          <a:xfrm>
            <a:off x="1467075" y="5105066"/>
            <a:ext cx="1800000" cy="504000"/>
          </a:xfrm>
          <a:prstGeom prst="rect">
            <a:avLst/>
          </a:prstGeom>
        </p:spPr>
        <p:txBody>
          <a:bodyPr vert="horz" tIns="14400" numCol="1"/>
          <a:lstStyle>
            <a:lvl1pPr marL="0" indent="0" algn="r">
              <a:lnSpc>
                <a:spcPts val="1920"/>
              </a:lnSpc>
              <a:spcBef>
                <a:spcPts val="0"/>
              </a:spcBef>
              <a:spcAft>
                <a:spcPts val="0"/>
              </a:spcAft>
              <a:buFont typeface="Arial"/>
              <a:buNone/>
              <a:defRPr lang="de-DE" sz="1200" b="1"/>
            </a:lvl1pPr>
            <a:lvl2pPr marL="0" indent="0" algn="r">
              <a:lnSpc>
                <a:spcPts val="1920"/>
              </a:lnSpc>
              <a:spcBef>
                <a:spcPts val="0"/>
              </a:spcBef>
              <a:spcAft>
                <a:spcPts val="0"/>
              </a:spcAft>
              <a:buFont typeface="Arial"/>
              <a:buNone/>
              <a:defRPr lang="de-DE" sz="1200" b="1"/>
            </a:lvl2pPr>
            <a:lvl3pPr marL="0" indent="0" algn="r">
              <a:lnSpc>
                <a:spcPts val="1920"/>
              </a:lnSpc>
              <a:spcBef>
                <a:spcPts val="0"/>
              </a:spcBef>
              <a:spcAft>
                <a:spcPts val="0"/>
              </a:spcAft>
              <a:buFont typeface="Arial"/>
              <a:buNone/>
              <a:defRPr lang="de-DE" sz="1200" b="1"/>
            </a:lvl3pPr>
            <a:lvl4pPr marL="0" indent="0" algn="r">
              <a:lnSpc>
                <a:spcPts val="1920"/>
              </a:lnSpc>
              <a:spcBef>
                <a:spcPts val="0"/>
              </a:spcBef>
              <a:spcAft>
                <a:spcPts val="0"/>
              </a:spcAft>
              <a:buFont typeface="Arial"/>
              <a:buNone/>
              <a:defRPr lang="de-DE" sz="1200" b="1"/>
            </a:lvl4pPr>
            <a:lvl5pPr marL="0" indent="0" algn="r">
              <a:lnSpc>
                <a:spcPts val="1920"/>
              </a:lnSpc>
              <a:spcBef>
                <a:spcPts val="0"/>
              </a:spcBef>
              <a:spcAft>
                <a:spcPts val="0"/>
              </a:spcAft>
              <a:buFont typeface="Arial"/>
              <a:buNone/>
              <a:defRPr lang="de-DE" sz="1200" b="1"/>
            </a:lvl5pPr>
            <a:lvl6pPr marL="0" indent="0" algn="r">
              <a:lnSpc>
                <a:spcPts val="1920"/>
              </a:lnSpc>
              <a:spcBef>
                <a:spcPts val="0"/>
              </a:spcBef>
              <a:spcAft>
                <a:spcPts val="0"/>
              </a:spcAft>
              <a:buFont typeface="Arial"/>
              <a:buNone/>
              <a:defRPr lang="de-DE" sz="1200" b="1"/>
            </a:lvl6pPr>
            <a:lvl7pPr marL="0" indent="0" algn="r">
              <a:lnSpc>
                <a:spcPts val="1920"/>
              </a:lnSpc>
              <a:spcBef>
                <a:spcPts val="0"/>
              </a:spcBef>
              <a:spcAft>
                <a:spcPts val="0"/>
              </a:spcAft>
              <a:buFont typeface="Arial"/>
              <a:buNone/>
              <a:defRPr lang="de-DE" sz="1200" b="1"/>
            </a:lvl7pPr>
            <a:lvl8pPr marL="0" indent="0" algn="r">
              <a:lnSpc>
                <a:spcPts val="1920"/>
              </a:lnSpc>
              <a:spcBef>
                <a:spcPts val="0"/>
              </a:spcBef>
              <a:spcAft>
                <a:spcPts val="0"/>
              </a:spcAft>
              <a:buFont typeface="Arial"/>
              <a:buNone/>
              <a:defRPr lang="de-DE" sz="1200" b="1"/>
            </a:lvl8pPr>
            <a:lvl9pPr marL="0" indent="0" algn="r">
              <a:lnSpc>
                <a:spcPts val="1920"/>
              </a:lnSpc>
              <a:spcBef>
                <a:spcPts val="0"/>
              </a:spcBef>
              <a:spcAft>
                <a:spcPts val="0"/>
              </a:spcAft>
              <a:buFont typeface="Arial"/>
              <a:buNone/>
              <a:defRPr lang="de-DE" sz="1200" b="1"/>
            </a:lvl9pPr>
          </a:lstStyle>
          <a:p>
            <a:pPr lvl="0">
              <a:defRPr/>
            </a:pPr>
            <a:r>
              <a:rPr lang="de-DE"/>
              <a:t>Sprechzeiten</a:t>
            </a:r>
            <a:endParaRPr/>
          </a:p>
        </p:txBody>
      </p:sp>
      <p:sp>
        <p:nvSpPr>
          <p:cNvPr id="12" name="Adresse Text"/>
          <p:cNvSpPr>
            <a:spLocks noGrp="1"/>
          </p:cNvSpPr>
          <p:nvPr>
            <p:ph type="body" orient="vert" idx="14" hasCustomPrompt="1"/>
          </p:nvPr>
        </p:nvSpPr>
        <p:spPr bwMode="auto">
          <a:xfrm>
            <a:off x="3416300" y="4828841"/>
            <a:ext cx="6335536" cy="275368"/>
          </a:xfrm>
          <a:prstGeom prst="rect">
            <a:avLst/>
          </a:prstGeom>
        </p:spPr>
        <p:txBody>
          <a:bodyPr vert="horz" numCol="1"/>
          <a:lstStyle>
            <a:lvl1pPr marL="0" indent="0" algn="l">
              <a:lnSpc>
                <a:spcPts val="1920"/>
              </a:lnSpc>
              <a:spcBef>
                <a:spcPts val="0"/>
              </a:spcBef>
              <a:spcAft>
                <a:spcPts val="0"/>
              </a:spcAft>
              <a:buFont typeface="Arial"/>
              <a:buNone/>
              <a:defRPr sz="1600" b="0"/>
            </a:lvl1pPr>
            <a:lvl2pPr marL="0" indent="0" algn="l">
              <a:lnSpc>
                <a:spcPts val="1920"/>
              </a:lnSpc>
              <a:spcBef>
                <a:spcPts val="0"/>
              </a:spcBef>
              <a:spcAft>
                <a:spcPts val="0"/>
              </a:spcAft>
              <a:buFont typeface="Arial"/>
              <a:buNone/>
              <a:defRPr sz="1600" b="0"/>
            </a:lvl2pPr>
            <a:lvl3pPr marL="0" indent="0" algn="l">
              <a:lnSpc>
                <a:spcPts val="1920"/>
              </a:lnSpc>
              <a:spcBef>
                <a:spcPts val="0"/>
              </a:spcBef>
              <a:spcAft>
                <a:spcPts val="0"/>
              </a:spcAft>
              <a:buFont typeface="Arial"/>
              <a:buNone/>
              <a:defRPr sz="1600" b="0"/>
            </a:lvl3pPr>
            <a:lvl4pPr marL="0" indent="0" algn="l">
              <a:lnSpc>
                <a:spcPts val="1920"/>
              </a:lnSpc>
              <a:spcBef>
                <a:spcPts val="0"/>
              </a:spcBef>
              <a:spcAft>
                <a:spcPts val="0"/>
              </a:spcAft>
              <a:buFont typeface="Arial"/>
              <a:buNone/>
              <a:defRPr sz="1600" b="0"/>
            </a:lvl4pPr>
            <a:lvl5pPr marL="0" indent="0" algn="l">
              <a:lnSpc>
                <a:spcPts val="1920"/>
              </a:lnSpc>
              <a:spcBef>
                <a:spcPts val="0"/>
              </a:spcBef>
              <a:spcAft>
                <a:spcPts val="0"/>
              </a:spcAft>
              <a:buFont typeface="Arial"/>
              <a:buNone/>
              <a:defRPr sz="1600" b="0"/>
            </a:lvl5pPr>
            <a:lvl6pPr marL="0" indent="0" algn="l">
              <a:lnSpc>
                <a:spcPts val="1920"/>
              </a:lnSpc>
              <a:spcBef>
                <a:spcPts val="0"/>
              </a:spcBef>
              <a:spcAft>
                <a:spcPts val="0"/>
              </a:spcAft>
              <a:buFont typeface="Arial"/>
              <a:buNone/>
              <a:defRPr sz="1600" b="0"/>
            </a:lvl6pPr>
            <a:lvl7pPr marL="0" indent="0" algn="l">
              <a:lnSpc>
                <a:spcPts val="1920"/>
              </a:lnSpc>
              <a:spcBef>
                <a:spcPts val="0"/>
              </a:spcBef>
              <a:spcAft>
                <a:spcPts val="0"/>
              </a:spcAft>
              <a:buFont typeface="Arial"/>
              <a:buNone/>
              <a:defRPr sz="1600" b="0"/>
            </a:lvl7pPr>
            <a:lvl8pPr marL="0" indent="0" algn="l">
              <a:lnSpc>
                <a:spcPts val="1920"/>
              </a:lnSpc>
              <a:spcBef>
                <a:spcPts val="0"/>
              </a:spcBef>
              <a:spcAft>
                <a:spcPts val="0"/>
              </a:spcAft>
              <a:buFont typeface="Arial"/>
              <a:buNone/>
              <a:defRPr sz="1600" b="0"/>
            </a:lvl8pPr>
            <a:lvl9pPr marL="0" indent="0" algn="l">
              <a:lnSpc>
                <a:spcPts val="1920"/>
              </a:lnSpc>
              <a:spcBef>
                <a:spcPts val="0"/>
              </a:spcBef>
              <a:spcAft>
                <a:spcPts val="0"/>
              </a:spcAft>
              <a:buFont typeface="Arial"/>
              <a:buNone/>
              <a:defRPr sz="1600" b="0"/>
            </a:lvl9pPr>
          </a:lstStyle>
          <a:p>
            <a:pPr>
              <a:defRPr/>
            </a:pPr>
            <a:r>
              <a:rPr lang="de-DE"/>
              <a:t>Warburger Straße 100, Raum XX.XXX</a:t>
            </a:r>
            <a:endParaRPr/>
          </a:p>
        </p:txBody>
      </p:sp>
      <p:sp>
        <p:nvSpPr>
          <p:cNvPr id="21" name="Adresse"/>
          <p:cNvSpPr>
            <a:spLocks noGrp="1"/>
          </p:cNvSpPr>
          <p:nvPr>
            <p:ph type="body" orient="vert" idx="22" hasCustomPrompt="1"/>
          </p:nvPr>
        </p:nvSpPr>
        <p:spPr bwMode="auto">
          <a:xfrm>
            <a:off x="1467075" y="4827984"/>
            <a:ext cx="1800000" cy="276225"/>
          </a:xfrm>
          <a:prstGeom prst="rect">
            <a:avLst/>
          </a:prstGeom>
        </p:spPr>
        <p:txBody>
          <a:bodyPr vert="horz" tIns="14400" numCol="1"/>
          <a:lstStyle>
            <a:lvl1pPr marL="0" indent="0" algn="r">
              <a:lnSpc>
                <a:spcPts val="1920"/>
              </a:lnSpc>
              <a:spcBef>
                <a:spcPts val="0"/>
              </a:spcBef>
              <a:spcAft>
                <a:spcPts val="0"/>
              </a:spcAft>
              <a:buFont typeface="Arial"/>
              <a:buNone/>
              <a:defRPr lang="de-DE" sz="1200" b="1"/>
            </a:lvl1pPr>
            <a:lvl2pPr marL="0" indent="0" algn="r">
              <a:lnSpc>
                <a:spcPts val="1920"/>
              </a:lnSpc>
              <a:spcBef>
                <a:spcPts val="0"/>
              </a:spcBef>
              <a:spcAft>
                <a:spcPts val="0"/>
              </a:spcAft>
              <a:buFont typeface="Arial"/>
              <a:buNone/>
              <a:defRPr lang="de-DE" sz="1200" b="1"/>
            </a:lvl2pPr>
            <a:lvl3pPr marL="0" indent="0" algn="r">
              <a:lnSpc>
                <a:spcPts val="1920"/>
              </a:lnSpc>
              <a:spcBef>
                <a:spcPts val="0"/>
              </a:spcBef>
              <a:spcAft>
                <a:spcPts val="0"/>
              </a:spcAft>
              <a:buFont typeface="Arial"/>
              <a:buNone/>
              <a:defRPr lang="de-DE" sz="1200" b="1"/>
            </a:lvl3pPr>
            <a:lvl4pPr marL="0" indent="0" algn="r">
              <a:lnSpc>
                <a:spcPts val="1920"/>
              </a:lnSpc>
              <a:spcBef>
                <a:spcPts val="0"/>
              </a:spcBef>
              <a:spcAft>
                <a:spcPts val="0"/>
              </a:spcAft>
              <a:buFont typeface="Arial"/>
              <a:buNone/>
              <a:defRPr lang="de-DE" sz="1200" b="1"/>
            </a:lvl4pPr>
            <a:lvl5pPr marL="0" indent="0" algn="r">
              <a:lnSpc>
                <a:spcPts val="1920"/>
              </a:lnSpc>
              <a:spcBef>
                <a:spcPts val="0"/>
              </a:spcBef>
              <a:spcAft>
                <a:spcPts val="0"/>
              </a:spcAft>
              <a:buFont typeface="Arial"/>
              <a:buNone/>
              <a:defRPr lang="de-DE" sz="1200" b="1"/>
            </a:lvl5pPr>
            <a:lvl6pPr marL="0" indent="0" algn="r">
              <a:lnSpc>
                <a:spcPts val="1920"/>
              </a:lnSpc>
              <a:spcBef>
                <a:spcPts val="0"/>
              </a:spcBef>
              <a:spcAft>
                <a:spcPts val="0"/>
              </a:spcAft>
              <a:buFont typeface="Arial"/>
              <a:buNone/>
              <a:defRPr lang="de-DE" sz="1200" b="1"/>
            </a:lvl6pPr>
            <a:lvl7pPr marL="0" indent="0" algn="r">
              <a:lnSpc>
                <a:spcPts val="1920"/>
              </a:lnSpc>
              <a:spcBef>
                <a:spcPts val="0"/>
              </a:spcBef>
              <a:spcAft>
                <a:spcPts val="0"/>
              </a:spcAft>
              <a:buFont typeface="Arial"/>
              <a:buNone/>
              <a:defRPr lang="de-DE" sz="1200" b="1"/>
            </a:lvl7pPr>
            <a:lvl8pPr marL="0" indent="0" algn="r">
              <a:lnSpc>
                <a:spcPts val="1920"/>
              </a:lnSpc>
              <a:spcBef>
                <a:spcPts val="0"/>
              </a:spcBef>
              <a:spcAft>
                <a:spcPts val="0"/>
              </a:spcAft>
              <a:buFont typeface="Arial"/>
              <a:buNone/>
              <a:defRPr lang="de-DE" sz="1200" b="1"/>
            </a:lvl8pPr>
            <a:lvl9pPr marL="0" indent="0" algn="r">
              <a:lnSpc>
                <a:spcPts val="1920"/>
              </a:lnSpc>
              <a:spcBef>
                <a:spcPts val="0"/>
              </a:spcBef>
              <a:spcAft>
                <a:spcPts val="0"/>
              </a:spcAft>
              <a:buFont typeface="Arial"/>
              <a:buNone/>
              <a:defRPr lang="de-DE" sz="1200" b="1"/>
            </a:lvl9pPr>
          </a:lstStyle>
          <a:p>
            <a:pPr lvl="0">
              <a:defRPr/>
            </a:pPr>
            <a:r>
              <a:rPr lang="de-DE"/>
              <a:t>Adresse</a:t>
            </a:r>
            <a:endParaRPr/>
          </a:p>
        </p:txBody>
      </p:sp>
      <p:sp>
        <p:nvSpPr>
          <p:cNvPr id="13" name="Web Text"/>
          <p:cNvSpPr>
            <a:spLocks noGrp="1"/>
          </p:cNvSpPr>
          <p:nvPr>
            <p:ph type="body" orient="vert" idx="15" hasCustomPrompt="1"/>
          </p:nvPr>
        </p:nvSpPr>
        <p:spPr bwMode="auto">
          <a:xfrm>
            <a:off x="3416300" y="4552616"/>
            <a:ext cx="6335536" cy="275368"/>
          </a:xfrm>
          <a:prstGeom prst="rect">
            <a:avLst/>
          </a:prstGeom>
        </p:spPr>
        <p:txBody>
          <a:bodyPr vert="horz" numCol="1"/>
          <a:lstStyle>
            <a:lvl1pPr marL="0" indent="0" algn="l">
              <a:lnSpc>
                <a:spcPts val="1920"/>
              </a:lnSpc>
              <a:spcBef>
                <a:spcPts val="0"/>
              </a:spcBef>
              <a:spcAft>
                <a:spcPts val="0"/>
              </a:spcAft>
              <a:buFont typeface="Arial"/>
              <a:buNone/>
              <a:defRPr lang="de-DE" sz="1600"/>
            </a:lvl1pPr>
            <a:lvl2pPr marL="0" indent="0" algn="l">
              <a:lnSpc>
                <a:spcPts val="1920"/>
              </a:lnSpc>
              <a:spcBef>
                <a:spcPts val="0"/>
              </a:spcBef>
              <a:spcAft>
                <a:spcPts val="0"/>
              </a:spcAft>
              <a:buFont typeface="Arial"/>
              <a:buNone/>
              <a:defRPr lang="de-DE" sz="1600"/>
            </a:lvl2pPr>
            <a:lvl3pPr marL="0" indent="0" algn="l">
              <a:lnSpc>
                <a:spcPts val="1920"/>
              </a:lnSpc>
              <a:spcBef>
                <a:spcPts val="0"/>
              </a:spcBef>
              <a:spcAft>
                <a:spcPts val="0"/>
              </a:spcAft>
              <a:buFont typeface="Arial"/>
              <a:buNone/>
              <a:defRPr lang="de-DE" sz="1600"/>
            </a:lvl3pPr>
            <a:lvl4pPr marL="0" indent="0" algn="l">
              <a:lnSpc>
                <a:spcPts val="1920"/>
              </a:lnSpc>
              <a:spcBef>
                <a:spcPts val="0"/>
              </a:spcBef>
              <a:spcAft>
                <a:spcPts val="0"/>
              </a:spcAft>
              <a:buFont typeface="Arial"/>
              <a:buNone/>
              <a:defRPr lang="de-DE" sz="1600"/>
            </a:lvl4pPr>
            <a:lvl5pPr marL="0" indent="0" algn="l">
              <a:lnSpc>
                <a:spcPts val="1920"/>
              </a:lnSpc>
              <a:spcBef>
                <a:spcPts val="0"/>
              </a:spcBef>
              <a:spcAft>
                <a:spcPts val="0"/>
              </a:spcAft>
              <a:buFont typeface="Arial"/>
              <a:buNone/>
              <a:defRPr lang="de-DE" sz="1600"/>
            </a:lvl5pPr>
            <a:lvl6pPr marL="0" indent="0" algn="l">
              <a:lnSpc>
                <a:spcPts val="1920"/>
              </a:lnSpc>
              <a:spcBef>
                <a:spcPts val="0"/>
              </a:spcBef>
              <a:spcAft>
                <a:spcPts val="0"/>
              </a:spcAft>
              <a:buFont typeface="Arial"/>
              <a:buNone/>
              <a:defRPr lang="de-DE" sz="1600"/>
            </a:lvl6pPr>
            <a:lvl7pPr marL="0" indent="0" algn="l">
              <a:lnSpc>
                <a:spcPts val="1920"/>
              </a:lnSpc>
              <a:spcBef>
                <a:spcPts val="0"/>
              </a:spcBef>
              <a:spcAft>
                <a:spcPts val="0"/>
              </a:spcAft>
              <a:buFont typeface="Arial"/>
              <a:buNone/>
              <a:defRPr lang="de-DE" sz="1600"/>
            </a:lvl7pPr>
            <a:lvl8pPr marL="0" indent="0" algn="l">
              <a:lnSpc>
                <a:spcPts val="1920"/>
              </a:lnSpc>
              <a:spcBef>
                <a:spcPts val="0"/>
              </a:spcBef>
              <a:spcAft>
                <a:spcPts val="0"/>
              </a:spcAft>
              <a:buFont typeface="Arial"/>
              <a:buNone/>
              <a:defRPr lang="de-DE" sz="1600"/>
            </a:lvl8pPr>
            <a:lvl9pPr marL="0" indent="0" algn="l">
              <a:lnSpc>
                <a:spcPts val="1920"/>
              </a:lnSpc>
              <a:spcBef>
                <a:spcPts val="0"/>
              </a:spcBef>
              <a:spcAft>
                <a:spcPts val="0"/>
              </a:spcAft>
              <a:buFont typeface="Arial"/>
              <a:buNone/>
              <a:defRPr lang="de-DE" sz="1600"/>
            </a:lvl9pPr>
          </a:lstStyle>
          <a:p>
            <a:pPr>
              <a:defRPr/>
            </a:pPr>
            <a:r>
              <a:rPr lang="de-DE"/>
              <a:t>www.uni-paderborn.de/xxxx</a:t>
            </a:r>
            <a:endParaRPr/>
          </a:p>
        </p:txBody>
      </p:sp>
      <p:sp>
        <p:nvSpPr>
          <p:cNvPr id="22" name="Web"/>
          <p:cNvSpPr>
            <a:spLocks noGrp="1"/>
          </p:cNvSpPr>
          <p:nvPr>
            <p:ph type="body" orient="vert" idx="23" hasCustomPrompt="1"/>
          </p:nvPr>
        </p:nvSpPr>
        <p:spPr bwMode="auto">
          <a:xfrm>
            <a:off x="1467075" y="4552616"/>
            <a:ext cx="1800000" cy="276225"/>
          </a:xfrm>
          <a:prstGeom prst="rect">
            <a:avLst/>
          </a:prstGeom>
        </p:spPr>
        <p:txBody>
          <a:bodyPr vert="horz" tIns="14400" numCol="1"/>
          <a:lstStyle>
            <a:lvl1pPr marL="0" indent="0" algn="r">
              <a:lnSpc>
                <a:spcPts val="1920"/>
              </a:lnSpc>
              <a:spcBef>
                <a:spcPts val="0"/>
              </a:spcBef>
              <a:spcAft>
                <a:spcPts val="0"/>
              </a:spcAft>
              <a:buFont typeface="Arial"/>
              <a:buNone/>
              <a:defRPr lang="de-DE" sz="1200" b="1"/>
            </a:lvl1pPr>
            <a:lvl2pPr marL="0" indent="0" algn="r">
              <a:lnSpc>
                <a:spcPts val="1920"/>
              </a:lnSpc>
              <a:spcBef>
                <a:spcPts val="0"/>
              </a:spcBef>
              <a:spcAft>
                <a:spcPts val="0"/>
              </a:spcAft>
              <a:buFont typeface="Arial"/>
              <a:buNone/>
              <a:defRPr lang="de-DE" sz="1200" b="1"/>
            </a:lvl2pPr>
            <a:lvl3pPr marL="0" indent="0" algn="r">
              <a:lnSpc>
                <a:spcPts val="1920"/>
              </a:lnSpc>
              <a:spcBef>
                <a:spcPts val="0"/>
              </a:spcBef>
              <a:spcAft>
                <a:spcPts val="0"/>
              </a:spcAft>
              <a:buFont typeface="Arial"/>
              <a:buNone/>
              <a:defRPr lang="de-DE" sz="1200" b="1"/>
            </a:lvl3pPr>
            <a:lvl4pPr marL="0" indent="0" algn="r">
              <a:lnSpc>
                <a:spcPts val="1920"/>
              </a:lnSpc>
              <a:spcBef>
                <a:spcPts val="0"/>
              </a:spcBef>
              <a:spcAft>
                <a:spcPts val="0"/>
              </a:spcAft>
              <a:buFont typeface="Arial"/>
              <a:buNone/>
              <a:defRPr lang="de-DE" sz="1200" b="1"/>
            </a:lvl4pPr>
            <a:lvl5pPr marL="0" indent="0" algn="r">
              <a:lnSpc>
                <a:spcPts val="1920"/>
              </a:lnSpc>
              <a:spcBef>
                <a:spcPts val="0"/>
              </a:spcBef>
              <a:spcAft>
                <a:spcPts val="0"/>
              </a:spcAft>
              <a:buFont typeface="Arial"/>
              <a:buNone/>
              <a:defRPr lang="de-DE" sz="1200" b="1"/>
            </a:lvl5pPr>
            <a:lvl6pPr marL="0" indent="0" algn="r">
              <a:lnSpc>
                <a:spcPts val="1920"/>
              </a:lnSpc>
              <a:spcBef>
                <a:spcPts val="0"/>
              </a:spcBef>
              <a:spcAft>
                <a:spcPts val="0"/>
              </a:spcAft>
              <a:buFont typeface="Arial"/>
              <a:buNone/>
              <a:defRPr lang="de-DE" sz="1200" b="1"/>
            </a:lvl6pPr>
            <a:lvl7pPr marL="0" indent="0" algn="r">
              <a:lnSpc>
                <a:spcPts val="1920"/>
              </a:lnSpc>
              <a:spcBef>
                <a:spcPts val="0"/>
              </a:spcBef>
              <a:spcAft>
                <a:spcPts val="0"/>
              </a:spcAft>
              <a:buFont typeface="Arial"/>
              <a:buNone/>
              <a:defRPr lang="de-DE" sz="1200" b="1"/>
            </a:lvl7pPr>
            <a:lvl8pPr marL="0" indent="0" algn="r">
              <a:lnSpc>
                <a:spcPts val="1920"/>
              </a:lnSpc>
              <a:spcBef>
                <a:spcPts val="0"/>
              </a:spcBef>
              <a:spcAft>
                <a:spcPts val="0"/>
              </a:spcAft>
              <a:buFont typeface="Arial"/>
              <a:buNone/>
              <a:defRPr lang="de-DE" sz="1200" b="1"/>
            </a:lvl8pPr>
            <a:lvl9pPr marL="0" indent="0" algn="r">
              <a:lnSpc>
                <a:spcPts val="1920"/>
              </a:lnSpc>
              <a:spcBef>
                <a:spcPts val="0"/>
              </a:spcBef>
              <a:spcAft>
                <a:spcPts val="0"/>
              </a:spcAft>
              <a:buFont typeface="Arial"/>
              <a:buNone/>
              <a:defRPr lang="de-DE" sz="1200" b="1"/>
            </a:lvl9pPr>
          </a:lstStyle>
          <a:p>
            <a:pPr lvl="0">
              <a:defRPr/>
            </a:pPr>
            <a:r>
              <a:rPr lang="de-DE"/>
              <a:t>Web</a:t>
            </a:r>
            <a:endParaRPr/>
          </a:p>
        </p:txBody>
      </p:sp>
      <p:sp>
        <p:nvSpPr>
          <p:cNvPr id="14" name="Mail Text"/>
          <p:cNvSpPr>
            <a:spLocks noGrp="1"/>
          </p:cNvSpPr>
          <p:nvPr>
            <p:ph type="body" orient="vert" idx="16" hasCustomPrompt="1"/>
          </p:nvPr>
        </p:nvSpPr>
        <p:spPr bwMode="auto">
          <a:xfrm>
            <a:off x="3416300" y="4276820"/>
            <a:ext cx="6335536" cy="275368"/>
          </a:xfrm>
          <a:prstGeom prst="rect">
            <a:avLst/>
          </a:prstGeom>
        </p:spPr>
        <p:txBody>
          <a:bodyPr vert="horz" numCol="1"/>
          <a:lstStyle>
            <a:lvl1pPr marL="0" indent="0" algn="l">
              <a:lnSpc>
                <a:spcPts val="1920"/>
              </a:lnSpc>
              <a:spcBef>
                <a:spcPts val="0"/>
              </a:spcBef>
              <a:spcAft>
                <a:spcPts val="0"/>
              </a:spcAft>
              <a:buFont typeface="Arial"/>
              <a:buNone/>
              <a:defRPr sz="1600" b="0"/>
            </a:lvl1pPr>
            <a:lvl2pPr marL="0" indent="0" algn="l">
              <a:lnSpc>
                <a:spcPts val="1920"/>
              </a:lnSpc>
              <a:spcBef>
                <a:spcPts val="0"/>
              </a:spcBef>
              <a:spcAft>
                <a:spcPts val="0"/>
              </a:spcAft>
              <a:buFont typeface="Arial"/>
              <a:buNone/>
              <a:defRPr sz="1600" b="0"/>
            </a:lvl2pPr>
            <a:lvl3pPr marL="0" indent="0" algn="l">
              <a:lnSpc>
                <a:spcPts val="1920"/>
              </a:lnSpc>
              <a:spcBef>
                <a:spcPts val="0"/>
              </a:spcBef>
              <a:spcAft>
                <a:spcPts val="0"/>
              </a:spcAft>
              <a:buFont typeface="Arial"/>
              <a:buNone/>
              <a:defRPr sz="1600" b="0"/>
            </a:lvl3pPr>
            <a:lvl4pPr marL="0" indent="0" algn="l">
              <a:lnSpc>
                <a:spcPts val="1920"/>
              </a:lnSpc>
              <a:spcBef>
                <a:spcPts val="0"/>
              </a:spcBef>
              <a:spcAft>
                <a:spcPts val="0"/>
              </a:spcAft>
              <a:buFont typeface="Arial"/>
              <a:buNone/>
              <a:defRPr sz="1600" b="0"/>
            </a:lvl4pPr>
            <a:lvl5pPr marL="0" indent="0" algn="l">
              <a:lnSpc>
                <a:spcPts val="1920"/>
              </a:lnSpc>
              <a:spcBef>
                <a:spcPts val="0"/>
              </a:spcBef>
              <a:spcAft>
                <a:spcPts val="0"/>
              </a:spcAft>
              <a:buFont typeface="Arial"/>
              <a:buNone/>
              <a:defRPr sz="1600" b="0"/>
            </a:lvl5pPr>
            <a:lvl6pPr marL="0" indent="0" algn="l">
              <a:lnSpc>
                <a:spcPts val="1920"/>
              </a:lnSpc>
              <a:spcBef>
                <a:spcPts val="0"/>
              </a:spcBef>
              <a:spcAft>
                <a:spcPts val="0"/>
              </a:spcAft>
              <a:buFont typeface="Arial"/>
              <a:buNone/>
              <a:defRPr sz="1600" b="0"/>
            </a:lvl6pPr>
            <a:lvl7pPr marL="0" indent="0" algn="l">
              <a:lnSpc>
                <a:spcPts val="1920"/>
              </a:lnSpc>
              <a:spcBef>
                <a:spcPts val="0"/>
              </a:spcBef>
              <a:spcAft>
                <a:spcPts val="0"/>
              </a:spcAft>
              <a:buFont typeface="Arial"/>
              <a:buNone/>
              <a:defRPr sz="1600" b="0"/>
            </a:lvl7pPr>
            <a:lvl8pPr marL="0" indent="0" algn="l">
              <a:lnSpc>
                <a:spcPts val="1920"/>
              </a:lnSpc>
              <a:spcBef>
                <a:spcPts val="0"/>
              </a:spcBef>
              <a:spcAft>
                <a:spcPts val="0"/>
              </a:spcAft>
              <a:buFont typeface="Arial"/>
              <a:buNone/>
              <a:defRPr sz="1600" b="0"/>
            </a:lvl8pPr>
            <a:lvl9pPr marL="0" indent="0" algn="l">
              <a:lnSpc>
                <a:spcPts val="1920"/>
              </a:lnSpc>
              <a:spcBef>
                <a:spcPts val="0"/>
              </a:spcBef>
              <a:spcAft>
                <a:spcPts val="0"/>
              </a:spcAft>
              <a:buFont typeface="Arial"/>
              <a:buNone/>
              <a:defRPr sz="1600" b="0"/>
            </a:lvl9pPr>
          </a:lstStyle>
          <a:p>
            <a:pPr>
              <a:defRPr/>
            </a:pPr>
            <a:r>
              <a:rPr lang="de-DE"/>
              <a:t>vorname.nachname@uni-paderborn.de</a:t>
            </a:r>
            <a:endParaRPr/>
          </a:p>
        </p:txBody>
      </p:sp>
      <p:sp>
        <p:nvSpPr>
          <p:cNvPr id="23" name="Mail"/>
          <p:cNvSpPr>
            <a:spLocks noGrp="1"/>
          </p:cNvSpPr>
          <p:nvPr>
            <p:ph type="body" orient="vert" idx="24" hasCustomPrompt="1"/>
          </p:nvPr>
        </p:nvSpPr>
        <p:spPr bwMode="auto">
          <a:xfrm>
            <a:off x="1467075" y="4276820"/>
            <a:ext cx="1800000" cy="276225"/>
          </a:xfrm>
          <a:prstGeom prst="rect">
            <a:avLst/>
          </a:prstGeom>
        </p:spPr>
        <p:txBody>
          <a:bodyPr vert="horz" tIns="14400" numCol="1"/>
          <a:lstStyle>
            <a:lvl1pPr marL="0" indent="0" algn="r">
              <a:lnSpc>
                <a:spcPts val="1920"/>
              </a:lnSpc>
              <a:spcBef>
                <a:spcPts val="0"/>
              </a:spcBef>
              <a:spcAft>
                <a:spcPts val="0"/>
              </a:spcAft>
              <a:buFont typeface="Arial"/>
              <a:buNone/>
              <a:defRPr lang="de-DE" sz="1200" b="1"/>
            </a:lvl1pPr>
            <a:lvl2pPr marL="0" indent="0" algn="r">
              <a:lnSpc>
                <a:spcPts val="1920"/>
              </a:lnSpc>
              <a:spcBef>
                <a:spcPts val="0"/>
              </a:spcBef>
              <a:spcAft>
                <a:spcPts val="0"/>
              </a:spcAft>
              <a:buFont typeface="Arial"/>
              <a:buNone/>
              <a:defRPr lang="de-DE" sz="1200" b="1"/>
            </a:lvl2pPr>
            <a:lvl3pPr marL="0" indent="0" algn="r">
              <a:lnSpc>
                <a:spcPts val="1920"/>
              </a:lnSpc>
              <a:spcBef>
                <a:spcPts val="0"/>
              </a:spcBef>
              <a:spcAft>
                <a:spcPts val="0"/>
              </a:spcAft>
              <a:buFont typeface="Arial"/>
              <a:buNone/>
              <a:defRPr lang="de-DE" sz="1200" b="1"/>
            </a:lvl3pPr>
            <a:lvl4pPr marL="0" indent="0" algn="r">
              <a:lnSpc>
                <a:spcPts val="1920"/>
              </a:lnSpc>
              <a:spcBef>
                <a:spcPts val="0"/>
              </a:spcBef>
              <a:spcAft>
                <a:spcPts val="0"/>
              </a:spcAft>
              <a:buFont typeface="Arial"/>
              <a:buNone/>
              <a:defRPr lang="de-DE" sz="1200" b="1"/>
            </a:lvl4pPr>
            <a:lvl5pPr marL="0" indent="0" algn="r">
              <a:lnSpc>
                <a:spcPts val="1920"/>
              </a:lnSpc>
              <a:spcBef>
                <a:spcPts val="0"/>
              </a:spcBef>
              <a:spcAft>
                <a:spcPts val="0"/>
              </a:spcAft>
              <a:buFont typeface="Arial"/>
              <a:buNone/>
              <a:defRPr lang="de-DE" sz="1200" b="1"/>
            </a:lvl5pPr>
            <a:lvl6pPr marL="0" indent="0" algn="r">
              <a:lnSpc>
                <a:spcPts val="1920"/>
              </a:lnSpc>
              <a:spcBef>
                <a:spcPts val="0"/>
              </a:spcBef>
              <a:spcAft>
                <a:spcPts val="0"/>
              </a:spcAft>
              <a:buFont typeface="Arial"/>
              <a:buNone/>
              <a:defRPr lang="de-DE" sz="1200" b="1"/>
            </a:lvl6pPr>
            <a:lvl7pPr marL="0" indent="0" algn="r">
              <a:lnSpc>
                <a:spcPts val="1920"/>
              </a:lnSpc>
              <a:spcBef>
                <a:spcPts val="0"/>
              </a:spcBef>
              <a:spcAft>
                <a:spcPts val="0"/>
              </a:spcAft>
              <a:buFont typeface="Arial"/>
              <a:buNone/>
              <a:defRPr lang="de-DE" sz="1200" b="1"/>
            </a:lvl7pPr>
            <a:lvl8pPr marL="0" indent="0" algn="r">
              <a:lnSpc>
                <a:spcPts val="1920"/>
              </a:lnSpc>
              <a:spcBef>
                <a:spcPts val="0"/>
              </a:spcBef>
              <a:spcAft>
                <a:spcPts val="0"/>
              </a:spcAft>
              <a:buFont typeface="Arial"/>
              <a:buNone/>
              <a:defRPr lang="de-DE" sz="1200" b="1"/>
            </a:lvl8pPr>
            <a:lvl9pPr marL="0" indent="0" algn="r">
              <a:lnSpc>
                <a:spcPts val="1920"/>
              </a:lnSpc>
              <a:spcBef>
                <a:spcPts val="0"/>
              </a:spcBef>
              <a:spcAft>
                <a:spcPts val="0"/>
              </a:spcAft>
              <a:buFont typeface="Arial"/>
              <a:buNone/>
              <a:defRPr lang="de-DE" sz="1200" b="1"/>
            </a:lvl9pPr>
          </a:lstStyle>
          <a:p>
            <a:pPr lvl="0">
              <a:defRPr/>
            </a:pPr>
            <a:r>
              <a:rPr lang="de-DE"/>
              <a:t>Mail</a:t>
            </a:r>
            <a:endParaRPr/>
          </a:p>
        </p:txBody>
      </p:sp>
      <p:sp>
        <p:nvSpPr>
          <p:cNvPr id="15" name="Telefon Text"/>
          <p:cNvSpPr>
            <a:spLocks noGrp="1"/>
          </p:cNvSpPr>
          <p:nvPr>
            <p:ph type="body" orient="vert" idx="17" hasCustomPrompt="1"/>
          </p:nvPr>
        </p:nvSpPr>
        <p:spPr bwMode="auto">
          <a:xfrm>
            <a:off x="3416300" y="4000932"/>
            <a:ext cx="6335536" cy="275368"/>
          </a:xfrm>
          <a:prstGeom prst="rect">
            <a:avLst/>
          </a:prstGeom>
        </p:spPr>
        <p:txBody>
          <a:bodyPr vert="horz" numCol="1"/>
          <a:lstStyle>
            <a:lvl1pPr marL="0" indent="0" algn="l">
              <a:lnSpc>
                <a:spcPts val="1920"/>
              </a:lnSpc>
              <a:spcBef>
                <a:spcPts val="0"/>
              </a:spcBef>
              <a:spcAft>
                <a:spcPts val="0"/>
              </a:spcAft>
              <a:buFont typeface="Arial"/>
              <a:buNone/>
              <a:defRPr sz="1600" b="0"/>
            </a:lvl1pPr>
            <a:lvl2pPr marL="0" indent="0" algn="l">
              <a:lnSpc>
                <a:spcPts val="1920"/>
              </a:lnSpc>
              <a:spcBef>
                <a:spcPts val="0"/>
              </a:spcBef>
              <a:spcAft>
                <a:spcPts val="0"/>
              </a:spcAft>
              <a:buFont typeface="Arial"/>
              <a:buNone/>
              <a:defRPr sz="1600" b="0"/>
            </a:lvl2pPr>
            <a:lvl3pPr marL="0" indent="0" algn="l">
              <a:lnSpc>
                <a:spcPts val="1920"/>
              </a:lnSpc>
              <a:spcBef>
                <a:spcPts val="0"/>
              </a:spcBef>
              <a:spcAft>
                <a:spcPts val="0"/>
              </a:spcAft>
              <a:buFont typeface="Arial"/>
              <a:buNone/>
              <a:defRPr sz="1600" b="0"/>
            </a:lvl3pPr>
            <a:lvl4pPr marL="0" indent="0" algn="l">
              <a:lnSpc>
                <a:spcPts val="1920"/>
              </a:lnSpc>
              <a:spcBef>
                <a:spcPts val="0"/>
              </a:spcBef>
              <a:spcAft>
                <a:spcPts val="0"/>
              </a:spcAft>
              <a:buFont typeface="Arial"/>
              <a:buNone/>
              <a:defRPr sz="1600" b="0"/>
            </a:lvl4pPr>
            <a:lvl5pPr marL="0" indent="0" algn="l">
              <a:lnSpc>
                <a:spcPts val="1920"/>
              </a:lnSpc>
              <a:spcBef>
                <a:spcPts val="0"/>
              </a:spcBef>
              <a:spcAft>
                <a:spcPts val="0"/>
              </a:spcAft>
              <a:buFont typeface="Arial"/>
              <a:buNone/>
              <a:defRPr sz="1600" b="0"/>
            </a:lvl5pPr>
            <a:lvl6pPr marL="0" indent="0" algn="l">
              <a:lnSpc>
                <a:spcPts val="1920"/>
              </a:lnSpc>
              <a:spcBef>
                <a:spcPts val="0"/>
              </a:spcBef>
              <a:spcAft>
                <a:spcPts val="0"/>
              </a:spcAft>
              <a:buFont typeface="Arial"/>
              <a:buNone/>
              <a:defRPr sz="1600" b="0"/>
            </a:lvl6pPr>
            <a:lvl7pPr marL="0" indent="0" algn="l">
              <a:lnSpc>
                <a:spcPts val="1920"/>
              </a:lnSpc>
              <a:spcBef>
                <a:spcPts val="0"/>
              </a:spcBef>
              <a:spcAft>
                <a:spcPts val="0"/>
              </a:spcAft>
              <a:buFont typeface="Arial"/>
              <a:buNone/>
              <a:defRPr sz="1600" b="0"/>
            </a:lvl7pPr>
            <a:lvl8pPr marL="0" indent="0" algn="l">
              <a:lnSpc>
                <a:spcPts val="1920"/>
              </a:lnSpc>
              <a:spcBef>
                <a:spcPts val="0"/>
              </a:spcBef>
              <a:spcAft>
                <a:spcPts val="0"/>
              </a:spcAft>
              <a:buFont typeface="Arial"/>
              <a:buNone/>
              <a:defRPr sz="1600" b="0"/>
            </a:lvl8pPr>
            <a:lvl9pPr marL="0" indent="0" algn="l">
              <a:lnSpc>
                <a:spcPts val="1920"/>
              </a:lnSpc>
              <a:spcBef>
                <a:spcPts val="0"/>
              </a:spcBef>
              <a:spcAft>
                <a:spcPts val="0"/>
              </a:spcAft>
              <a:buFont typeface="Arial"/>
              <a:buNone/>
              <a:defRPr sz="1600" b="0"/>
            </a:lvl9pPr>
          </a:lstStyle>
          <a:p>
            <a:pPr>
              <a:defRPr/>
            </a:pPr>
            <a:r>
              <a:rPr lang="de-DE"/>
              <a:t>+49 5251 60-xxxx</a:t>
            </a:r>
            <a:endParaRPr/>
          </a:p>
        </p:txBody>
      </p:sp>
      <p:sp>
        <p:nvSpPr>
          <p:cNvPr id="24" name="Telefon"/>
          <p:cNvSpPr>
            <a:spLocks noGrp="1"/>
          </p:cNvSpPr>
          <p:nvPr>
            <p:ph type="body" orient="vert" idx="25" hasCustomPrompt="1"/>
          </p:nvPr>
        </p:nvSpPr>
        <p:spPr bwMode="auto">
          <a:xfrm>
            <a:off x="1467075" y="4000932"/>
            <a:ext cx="1800000" cy="276225"/>
          </a:xfrm>
          <a:prstGeom prst="rect">
            <a:avLst/>
          </a:prstGeom>
        </p:spPr>
        <p:txBody>
          <a:bodyPr vert="horz" tIns="14400" numCol="1"/>
          <a:lstStyle>
            <a:lvl1pPr marL="0" indent="0" algn="r">
              <a:lnSpc>
                <a:spcPts val="1920"/>
              </a:lnSpc>
              <a:spcBef>
                <a:spcPts val="0"/>
              </a:spcBef>
              <a:spcAft>
                <a:spcPts val="0"/>
              </a:spcAft>
              <a:buFont typeface="Arial"/>
              <a:buNone/>
              <a:defRPr lang="de-DE" sz="1200" b="1"/>
            </a:lvl1pPr>
            <a:lvl2pPr marL="0" indent="0" algn="r">
              <a:lnSpc>
                <a:spcPts val="1920"/>
              </a:lnSpc>
              <a:spcBef>
                <a:spcPts val="0"/>
              </a:spcBef>
              <a:spcAft>
                <a:spcPts val="0"/>
              </a:spcAft>
              <a:buFont typeface="Arial"/>
              <a:buNone/>
              <a:defRPr lang="de-DE" sz="1200" b="1"/>
            </a:lvl2pPr>
            <a:lvl3pPr marL="0" indent="0" algn="r">
              <a:lnSpc>
                <a:spcPts val="1920"/>
              </a:lnSpc>
              <a:spcBef>
                <a:spcPts val="0"/>
              </a:spcBef>
              <a:spcAft>
                <a:spcPts val="0"/>
              </a:spcAft>
              <a:buFont typeface="Arial"/>
              <a:buNone/>
              <a:defRPr lang="de-DE" sz="1200" b="1"/>
            </a:lvl3pPr>
            <a:lvl4pPr marL="0" indent="0" algn="r">
              <a:lnSpc>
                <a:spcPts val="1920"/>
              </a:lnSpc>
              <a:spcBef>
                <a:spcPts val="0"/>
              </a:spcBef>
              <a:spcAft>
                <a:spcPts val="0"/>
              </a:spcAft>
              <a:buFont typeface="Arial"/>
              <a:buNone/>
              <a:defRPr lang="de-DE" sz="1200" b="1"/>
            </a:lvl4pPr>
            <a:lvl5pPr marL="0" indent="0" algn="r">
              <a:lnSpc>
                <a:spcPts val="1920"/>
              </a:lnSpc>
              <a:spcBef>
                <a:spcPts val="0"/>
              </a:spcBef>
              <a:spcAft>
                <a:spcPts val="0"/>
              </a:spcAft>
              <a:buFont typeface="Arial"/>
              <a:buNone/>
              <a:defRPr lang="de-DE" sz="1200" b="1"/>
            </a:lvl5pPr>
            <a:lvl6pPr marL="0" indent="0" algn="r">
              <a:lnSpc>
                <a:spcPts val="1920"/>
              </a:lnSpc>
              <a:spcBef>
                <a:spcPts val="0"/>
              </a:spcBef>
              <a:spcAft>
                <a:spcPts val="0"/>
              </a:spcAft>
              <a:buFont typeface="Arial"/>
              <a:buNone/>
              <a:defRPr lang="de-DE" sz="1200" b="1"/>
            </a:lvl6pPr>
            <a:lvl7pPr marL="0" indent="0" algn="r">
              <a:lnSpc>
                <a:spcPts val="1920"/>
              </a:lnSpc>
              <a:spcBef>
                <a:spcPts val="0"/>
              </a:spcBef>
              <a:spcAft>
                <a:spcPts val="0"/>
              </a:spcAft>
              <a:buFont typeface="Arial"/>
              <a:buNone/>
              <a:defRPr lang="de-DE" sz="1200" b="1"/>
            </a:lvl7pPr>
            <a:lvl8pPr marL="0" indent="0" algn="r">
              <a:lnSpc>
                <a:spcPts val="1920"/>
              </a:lnSpc>
              <a:spcBef>
                <a:spcPts val="0"/>
              </a:spcBef>
              <a:spcAft>
                <a:spcPts val="0"/>
              </a:spcAft>
              <a:buFont typeface="Arial"/>
              <a:buNone/>
              <a:defRPr lang="de-DE" sz="1200" b="1"/>
            </a:lvl8pPr>
            <a:lvl9pPr marL="0" indent="0" algn="r">
              <a:lnSpc>
                <a:spcPts val="1920"/>
              </a:lnSpc>
              <a:spcBef>
                <a:spcPts val="0"/>
              </a:spcBef>
              <a:spcAft>
                <a:spcPts val="0"/>
              </a:spcAft>
              <a:buFont typeface="Arial"/>
              <a:buNone/>
              <a:defRPr lang="de-DE" sz="1200" b="1"/>
            </a:lvl9pPr>
          </a:lstStyle>
          <a:p>
            <a:pPr lvl="0">
              <a:defRPr/>
            </a:pPr>
            <a:r>
              <a:rPr lang="de-DE"/>
              <a:t>Telefon</a:t>
            </a:r>
            <a:endParaRPr/>
          </a:p>
        </p:txBody>
      </p:sp>
      <p:sp>
        <p:nvSpPr>
          <p:cNvPr id="16" name="Struktureinheit"/>
          <p:cNvSpPr>
            <a:spLocks noGrp="1"/>
          </p:cNvSpPr>
          <p:nvPr>
            <p:ph type="body" orient="vert" idx="18" hasCustomPrompt="1"/>
          </p:nvPr>
        </p:nvSpPr>
        <p:spPr bwMode="auto">
          <a:xfrm>
            <a:off x="3416300" y="3555999"/>
            <a:ext cx="6335536" cy="275368"/>
          </a:xfrm>
          <a:prstGeom prst="rect">
            <a:avLst/>
          </a:prstGeom>
        </p:spPr>
        <p:txBody>
          <a:bodyPr vert="horz" numCol="1"/>
          <a:lstStyle>
            <a:lvl1pPr marL="0" indent="0" algn="l">
              <a:lnSpc>
                <a:spcPts val="1920"/>
              </a:lnSpc>
              <a:spcBef>
                <a:spcPts val="0"/>
              </a:spcBef>
              <a:spcAft>
                <a:spcPts val="0"/>
              </a:spcAft>
              <a:buFont typeface="Arial"/>
              <a:buNone/>
              <a:defRPr sz="1600" b="0"/>
            </a:lvl1pPr>
            <a:lvl2pPr marL="0" indent="0" algn="l">
              <a:lnSpc>
                <a:spcPts val="1920"/>
              </a:lnSpc>
              <a:spcBef>
                <a:spcPts val="0"/>
              </a:spcBef>
              <a:spcAft>
                <a:spcPts val="0"/>
              </a:spcAft>
              <a:buFont typeface="Arial"/>
              <a:buNone/>
              <a:defRPr sz="1600" b="0"/>
            </a:lvl2pPr>
            <a:lvl3pPr marL="0" indent="0" algn="l">
              <a:lnSpc>
                <a:spcPts val="1920"/>
              </a:lnSpc>
              <a:spcBef>
                <a:spcPts val="0"/>
              </a:spcBef>
              <a:spcAft>
                <a:spcPts val="0"/>
              </a:spcAft>
              <a:buFont typeface="Arial"/>
              <a:buNone/>
              <a:defRPr sz="1600" b="0"/>
            </a:lvl3pPr>
            <a:lvl4pPr marL="0" indent="0" algn="l">
              <a:lnSpc>
                <a:spcPts val="1920"/>
              </a:lnSpc>
              <a:spcBef>
                <a:spcPts val="0"/>
              </a:spcBef>
              <a:spcAft>
                <a:spcPts val="0"/>
              </a:spcAft>
              <a:buFont typeface="Arial"/>
              <a:buNone/>
              <a:defRPr sz="1600" b="0"/>
            </a:lvl4pPr>
            <a:lvl5pPr marL="0" indent="0" algn="l">
              <a:lnSpc>
                <a:spcPts val="1920"/>
              </a:lnSpc>
              <a:spcBef>
                <a:spcPts val="0"/>
              </a:spcBef>
              <a:spcAft>
                <a:spcPts val="0"/>
              </a:spcAft>
              <a:buFont typeface="Arial"/>
              <a:buNone/>
              <a:defRPr sz="1600" b="0"/>
            </a:lvl5pPr>
            <a:lvl6pPr marL="0" indent="0" algn="l">
              <a:lnSpc>
                <a:spcPts val="1920"/>
              </a:lnSpc>
              <a:spcBef>
                <a:spcPts val="0"/>
              </a:spcBef>
              <a:spcAft>
                <a:spcPts val="0"/>
              </a:spcAft>
              <a:buFont typeface="Arial"/>
              <a:buNone/>
              <a:defRPr sz="1600" b="0"/>
            </a:lvl6pPr>
            <a:lvl7pPr marL="0" indent="0" algn="l">
              <a:lnSpc>
                <a:spcPts val="1920"/>
              </a:lnSpc>
              <a:spcBef>
                <a:spcPts val="0"/>
              </a:spcBef>
              <a:spcAft>
                <a:spcPts val="0"/>
              </a:spcAft>
              <a:buFont typeface="Arial"/>
              <a:buNone/>
              <a:defRPr sz="1600" b="0"/>
            </a:lvl7pPr>
            <a:lvl8pPr marL="0" indent="0" algn="l">
              <a:lnSpc>
                <a:spcPts val="1920"/>
              </a:lnSpc>
              <a:spcBef>
                <a:spcPts val="0"/>
              </a:spcBef>
              <a:spcAft>
                <a:spcPts val="0"/>
              </a:spcAft>
              <a:buFont typeface="Arial"/>
              <a:buNone/>
              <a:defRPr sz="1600" b="0"/>
            </a:lvl8pPr>
            <a:lvl9pPr marL="0" indent="0" algn="l">
              <a:lnSpc>
                <a:spcPts val="1920"/>
              </a:lnSpc>
              <a:spcBef>
                <a:spcPts val="0"/>
              </a:spcBef>
              <a:spcAft>
                <a:spcPts val="0"/>
              </a:spcAft>
              <a:buFont typeface="Arial"/>
              <a:buNone/>
              <a:defRPr sz="1600" b="0"/>
            </a:lvl9pPr>
          </a:lstStyle>
          <a:p>
            <a:pPr>
              <a:defRPr/>
            </a:pPr>
            <a:r>
              <a:rPr lang="de-DE"/>
              <a:t>Struktureinheit</a:t>
            </a:r>
            <a:endParaRPr/>
          </a:p>
        </p:txBody>
      </p:sp>
      <p:sp>
        <p:nvSpPr>
          <p:cNvPr id="17" name="Funktionsbeschreibung"/>
          <p:cNvSpPr>
            <a:spLocks noGrp="1"/>
          </p:cNvSpPr>
          <p:nvPr>
            <p:ph type="body" orient="vert" idx="19" hasCustomPrompt="1"/>
          </p:nvPr>
        </p:nvSpPr>
        <p:spPr bwMode="auto">
          <a:xfrm>
            <a:off x="3416300" y="2862484"/>
            <a:ext cx="6335536" cy="504000"/>
          </a:xfrm>
          <a:prstGeom prst="rect">
            <a:avLst/>
          </a:prstGeom>
        </p:spPr>
        <p:txBody>
          <a:bodyPr vert="horz" numCol="1"/>
          <a:lstStyle>
            <a:lvl1pPr marL="0" indent="0" algn="l">
              <a:lnSpc>
                <a:spcPts val="1920"/>
              </a:lnSpc>
              <a:spcBef>
                <a:spcPts val="0"/>
              </a:spcBef>
              <a:spcAft>
                <a:spcPts val="0"/>
              </a:spcAft>
              <a:buFont typeface="Arial"/>
              <a:buNone/>
              <a:defRPr sz="1600" b="0"/>
            </a:lvl1pPr>
            <a:lvl2pPr marL="0" indent="0" algn="l">
              <a:lnSpc>
                <a:spcPts val="1920"/>
              </a:lnSpc>
              <a:spcBef>
                <a:spcPts val="0"/>
              </a:spcBef>
              <a:spcAft>
                <a:spcPts val="0"/>
              </a:spcAft>
              <a:buFont typeface="Arial"/>
              <a:buNone/>
              <a:defRPr sz="1600" b="0"/>
            </a:lvl2pPr>
            <a:lvl3pPr marL="0" indent="0" algn="l">
              <a:lnSpc>
                <a:spcPts val="1920"/>
              </a:lnSpc>
              <a:spcBef>
                <a:spcPts val="0"/>
              </a:spcBef>
              <a:spcAft>
                <a:spcPts val="0"/>
              </a:spcAft>
              <a:buFont typeface="Arial"/>
              <a:buNone/>
              <a:defRPr sz="1600" b="0"/>
            </a:lvl3pPr>
            <a:lvl4pPr marL="0" indent="0" algn="l">
              <a:lnSpc>
                <a:spcPts val="1920"/>
              </a:lnSpc>
              <a:spcBef>
                <a:spcPts val="0"/>
              </a:spcBef>
              <a:spcAft>
                <a:spcPts val="0"/>
              </a:spcAft>
              <a:buFont typeface="Arial"/>
              <a:buNone/>
              <a:defRPr sz="1600" b="0"/>
            </a:lvl4pPr>
            <a:lvl5pPr marL="0" indent="0" algn="l">
              <a:lnSpc>
                <a:spcPts val="1920"/>
              </a:lnSpc>
              <a:spcBef>
                <a:spcPts val="0"/>
              </a:spcBef>
              <a:spcAft>
                <a:spcPts val="0"/>
              </a:spcAft>
              <a:buFont typeface="Arial"/>
              <a:buNone/>
              <a:defRPr sz="1600" b="0"/>
            </a:lvl5pPr>
            <a:lvl6pPr marL="0" indent="0" algn="l">
              <a:lnSpc>
                <a:spcPts val="1920"/>
              </a:lnSpc>
              <a:spcBef>
                <a:spcPts val="0"/>
              </a:spcBef>
              <a:spcAft>
                <a:spcPts val="0"/>
              </a:spcAft>
              <a:buFont typeface="Arial"/>
              <a:buNone/>
              <a:defRPr sz="1600" b="0"/>
            </a:lvl6pPr>
            <a:lvl7pPr marL="0" indent="0" algn="l">
              <a:lnSpc>
                <a:spcPts val="1920"/>
              </a:lnSpc>
              <a:spcBef>
                <a:spcPts val="0"/>
              </a:spcBef>
              <a:spcAft>
                <a:spcPts val="0"/>
              </a:spcAft>
              <a:buFont typeface="Arial"/>
              <a:buNone/>
              <a:defRPr sz="1600" b="0"/>
            </a:lvl7pPr>
            <a:lvl8pPr marL="0" indent="0" algn="l">
              <a:lnSpc>
                <a:spcPts val="1920"/>
              </a:lnSpc>
              <a:spcBef>
                <a:spcPts val="0"/>
              </a:spcBef>
              <a:spcAft>
                <a:spcPts val="0"/>
              </a:spcAft>
              <a:buFont typeface="Arial"/>
              <a:buNone/>
              <a:defRPr sz="1600" b="0"/>
            </a:lvl8pPr>
            <a:lvl9pPr marL="0" indent="0" algn="l">
              <a:lnSpc>
                <a:spcPts val="1920"/>
              </a:lnSpc>
              <a:spcBef>
                <a:spcPts val="0"/>
              </a:spcBef>
              <a:spcAft>
                <a:spcPts val="0"/>
              </a:spcAft>
              <a:buFont typeface="Arial"/>
              <a:buNone/>
              <a:defRPr sz="1600" b="0"/>
            </a:lvl9pPr>
          </a:lstStyle>
          <a:p>
            <a:pPr>
              <a:defRPr/>
            </a:pPr>
            <a:r>
              <a:rPr lang="de-DE"/>
              <a:t>Funktion / Position</a:t>
            </a:r>
            <a:br>
              <a:rPr lang="de-DE"/>
            </a:br>
            <a:r>
              <a:rPr lang="de-DE"/>
              <a:t>in max. 2 Zeilen</a:t>
            </a:r>
            <a:endParaRPr/>
          </a:p>
        </p:txBody>
      </p:sp>
      <p:sp>
        <p:nvSpPr>
          <p:cNvPr id="2" name="Vorname Nachname"/>
          <p:cNvSpPr>
            <a:spLocks noGrp="1"/>
          </p:cNvSpPr>
          <p:nvPr>
            <p:ph type="title" hasCustomPrompt="1"/>
          </p:nvPr>
        </p:nvSpPr>
        <p:spPr bwMode="auto">
          <a:xfrm>
            <a:off x="3416300" y="2560106"/>
            <a:ext cx="6335536" cy="301521"/>
          </a:xfrm>
        </p:spPr>
        <p:txBody>
          <a:bodyPr lIns="0" bIns="0" anchor="t" anchorCtr="0"/>
          <a:lstStyle>
            <a:lvl1pPr>
              <a:lnSpc>
                <a:spcPts val="2250"/>
              </a:lnSpc>
              <a:defRPr sz="2000"/>
            </a:lvl1pPr>
          </a:lstStyle>
          <a:p>
            <a:pPr>
              <a:defRPr/>
            </a:pPr>
            <a:r>
              <a:rPr lang="de-DE"/>
              <a:t>Vorname Nachname</a:t>
            </a:r>
            <a:endParaRPr/>
          </a:p>
        </p:txBody>
      </p:sp>
      <p:sp>
        <p:nvSpPr>
          <p:cNvPr id="18" name="Akademischer Titel"/>
          <p:cNvSpPr>
            <a:spLocks noGrp="1"/>
          </p:cNvSpPr>
          <p:nvPr>
            <p:ph type="body" orient="vert" idx="20" hasCustomPrompt="1"/>
          </p:nvPr>
        </p:nvSpPr>
        <p:spPr bwMode="auto">
          <a:xfrm>
            <a:off x="3416300" y="2284738"/>
            <a:ext cx="6335536" cy="275368"/>
          </a:xfrm>
          <a:prstGeom prst="rect">
            <a:avLst/>
          </a:prstGeom>
        </p:spPr>
        <p:txBody>
          <a:bodyPr vert="horz" numCol="1"/>
          <a:lstStyle>
            <a:lvl1pPr marL="0" indent="0" algn="l">
              <a:lnSpc>
                <a:spcPts val="1920"/>
              </a:lnSpc>
              <a:spcBef>
                <a:spcPts val="0"/>
              </a:spcBef>
              <a:spcAft>
                <a:spcPts val="0"/>
              </a:spcAft>
              <a:buFont typeface="Arial"/>
              <a:buNone/>
              <a:defRPr sz="1600" b="0"/>
            </a:lvl1pPr>
            <a:lvl2pPr marL="0" indent="0" algn="l">
              <a:lnSpc>
                <a:spcPts val="1920"/>
              </a:lnSpc>
              <a:spcBef>
                <a:spcPts val="0"/>
              </a:spcBef>
              <a:spcAft>
                <a:spcPts val="0"/>
              </a:spcAft>
              <a:buFont typeface="Arial"/>
              <a:buNone/>
              <a:defRPr sz="1600" b="0"/>
            </a:lvl2pPr>
            <a:lvl3pPr marL="0" indent="0" algn="l">
              <a:lnSpc>
                <a:spcPts val="1920"/>
              </a:lnSpc>
              <a:spcBef>
                <a:spcPts val="0"/>
              </a:spcBef>
              <a:spcAft>
                <a:spcPts val="0"/>
              </a:spcAft>
              <a:buFont typeface="Arial"/>
              <a:buNone/>
              <a:defRPr sz="1600" b="0"/>
            </a:lvl3pPr>
            <a:lvl4pPr marL="0" indent="0" algn="l">
              <a:lnSpc>
                <a:spcPts val="1920"/>
              </a:lnSpc>
              <a:spcBef>
                <a:spcPts val="0"/>
              </a:spcBef>
              <a:spcAft>
                <a:spcPts val="0"/>
              </a:spcAft>
              <a:buFont typeface="Arial"/>
              <a:buNone/>
              <a:defRPr sz="1600" b="0"/>
            </a:lvl4pPr>
            <a:lvl5pPr marL="0" indent="0" algn="l">
              <a:lnSpc>
                <a:spcPts val="1920"/>
              </a:lnSpc>
              <a:spcBef>
                <a:spcPts val="0"/>
              </a:spcBef>
              <a:spcAft>
                <a:spcPts val="0"/>
              </a:spcAft>
              <a:buFont typeface="Arial"/>
              <a:buNone/>
              <a:defRPr sz="1600" b="0"/>
            </a:lvl5pPr>
            <a:lvl6pPr marL="0" indent="0" algn="l">
              <a:lnSpc>
                <a:spcPts val="1920"/>
              </a:lnSpc>
              <a:spcBef>
                <a:spcPts val="0"/>
              </a:spcBef>
              <a:spcAft>
                <a:spcPts val="0"/>
              </a:spcAft>
              <a:buFont typeface="Arial"/>
              <a:buNone/>
              <a:defRPr sz="1600" b="0"/>
            </a:lvl6pPr>
            <a:lvl7pPr marL="0" indent="0" algn="l">
              <a:lnSpc>
                <a:spcPts val="1920"/>
              </a:lnSpc>
              <a:spcBef>
                <a:spcPts val="0"/>
              </a:spcBef>
              <a:spcAft>
                <a:spcPts val="0"/>
              </a:spcAft>
              <a:buFont typeface="Arial"/>
              <a:buNone/>
              <a:defRPr sz="1600" b="0"/>
            </a:lvl7pPr>
            <a:lvl8pPr marL="0" indent="0" algn="l">
              <a:lnSpc>
                <a:spcPts val="1920"/>
              </a:lnSpc>
              <a:spcBef>
                <a:spcPts val="0"/>
              </a:spcBef>
              <a:spcAft>
                <a:spcPts val="0"/>
              </a:spcAft>
              <a:buFont typeface="Arial"/>
              <a:buNone/>
              <a:defRPr sz="1600" b="0"/>
            </a:lvl8pPr>
            <a:lvl9pPr marL="0" indent="0" algn="l">
              <a:lnSpc>
                <a:spcPts val="1920"/>
              </a:lnSpc>
              <a:spcBef>
                <a:spcPts val="0"/>
              </a:spcBef>
              <a:spcAft>
                <a:spcPts val="0"/>
              </a:spcAft>
              <a:buFont typeface="Arial"/>
              <a:buNone/>
              <a:defRPr sz="1600" b="0"/>
            </a:lvl9pPr>
          </a:lstStyle>
          <a:p>
            <a:pPr>
              <a:defRPr/>
            </a:pPr>
            <a:r>
              <a:rPr lang="de-DE"/>
              <a:t>Akademischer Titel</a:t>
            </a:r>
            <a:endParaRPr/>
          </a:p>
        </p:txBody>
      </p:sp>
      <p:sp>
        <p:nvSpPr>
          <p:cNvPr id="11" name="Bild"/>
          <p:cNvSpPr>
            <a:spLocks noGrp="1"/>
          </p:cNvSpPr>
          <p:nvPr>
            <p:ph type="pic" sz="quarter" idx="13" hasCustomPrompt="1"/>
          </p:nvPr>
        </p:nvSpPr>
        <p:spPr bwMode="auto">
          <a:xfrm>
            <a:off x="2352675" y="2248311"/>
            <a:ext cx="914400" cy="1142640"/>
          </a:xfrm>
          <a:prstGeom prst="rect">
            <a:avLst/>
          </a:prstGeom>
          <a:solidFill>
            <a:schemeClr val="bg1">
              <a:lumMod val="95000"/>
            </a:schemeClr>
          </a:solidFill>
        </p:spPr>
        <p:txBody>
          <a:bodyPr anchor="ctr" anchorCtr="0"/>
          <a:lstStyle>
            <a:lvl1pPr algn="ctr">
              <a:defRPr sz="1400"/>
            </a:lvl1pPr>
          </a:lstStyle>
          <a:p>
            <a:pPr>
              <a:defRPr/>
            </a:pPr>
            <a:r>
              <a:rPr lang="de-DE"/>
              <a:t>optional Bild einfügen</a:t>
            </a:r>
            <a:endParaRPr/>
          </a:p>
        </p:txBody>
      </p:sp>
      <p:sp>
        <p:nvSpPr>
          <p:cNvPr id="130" name="Foliennummer"/>
          <p:cNvSpPr>
            <a:spLocks noGrp="1"/>
          </p:cNvSpPr>
          <p:nvPr>
            <p:ph type="sldNum" sz="quarter" idx="12"/>
          </p:nvPr>
        </p:nvSpPr>
        <p:spPr bwMode="auto">
          <a:xfrm>
            <a:off x="11089560" y="7200000"/>
            <a:ext cx="504000" cy="185738"/>
          </a:xfrm>
          <a:prstGeom prst="rect">
            <a:avLst/>
          </a:prstGeom>
          <a:solidFill>
            <a:srgbClr val="E6E6E6"/>
          </a:solidFill>
        </p:spPr>
        <p:txBody>
          <a:bodyPr/>
          <a:lstStyle>
            <a:lvl1pPr>
              <a:defRPr>
                <a:solidFill>
                  <a:srgbClr val="E6E6E6"/>
                </a:solidFill>
              </a:defRPr>
            </a:lvl1pPr>
          </a:lstStyle>
          <a:p>
            <a:pPr>
              <a:defRPr/>
            </a:pPr>
            <a:fld id="{E6AA5693-5562-46BF-BAF4-16238AB6C896}" type="slidenum">
              <a:rPr lang="de-DE"/>
              <a:t>‹#›</a:t>
            </a:fld>
            <a:endParaRPr lang="de-DE"/>
          </a:p>
        </p:txBody>
      </p:sp>
      <p:sp>
        <p:nvSpPr>
          <p:cNvPr id="131" name="Fußzeile"/>
          <p:cNvSpPr>
            <a:spLocks noGrp="1"/>
          </p:cNvSpPr>
          <p:nvPr>
            <p:ph type="ftr" sz="quarter" idx="11"/>
          </p:nvPr>
        </p:nvSpPr>
        <p:spPr bwMode="auto">
          <a:xfrm>
            <a:off x="421200" y="7200000"/>
            <a:ext cx="25400" cy="185738"/>
          </a:xfrm>
          <a:prstGeom prst="rect">
            <a:avLst/>
          </a:prstGeom>
          <a:solidFill>
            <a:srgbClr val="E6E6E6"/>
          </a:solidFill>
        </p:spPr>
        <p:txBody>
          <a:bodyPr/>
          <a:lstStyle>
            <a:lvl1pPr>
              <a:defRPr>
                <a:solidFill>
                  <a:srgbClr val="E6E6E6"/>
                </a:solidFill>
              </a:defRPr>
            </a:lvl1pPr>
          </a:lstStyle>
          <a:p>
            <a:pPr>
              <a:defRPr/>
            </a:pPr>
            <a:r>
              <a:rPr lang="de-DE"/>
              <a:t>Prof. Dr. Oliver Müller | Diagnosing and Mitigating Shortcut Learning in ML-Based IS Research | September 2023</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showMasterPhAnim="0" preserve="1" userDrawn="1">
  <p:cSld name="Schlussfolie">
    <p:spTree>
      <p:nvGrpSpPr>
        <p:cNvPr id="1" name=""/>
        <p:cNvGrpSpPr/>
        <p:nvPr/>
      </p:nvGrpSpPr>
      <p:grpSpPr bwMode="auto">
        <a:xfrm>
          <a:off x="0" y="0"/>
          <a:ext cx="0" cy="0"/>
          <a:chOff x="0" y="0"/>
          <a:chExt cx="0" cy="0"/>
        </a:xfrm>
      </p:grpSpPr>
      <p:grpSp>
        <p:nvGrpSpPr>
          <p:cNvPr id="23" name="Grafik"/>
          <p:cNvGrpSpPr>
            <a:grpSpLocks noGrp="1" noUngrp="1" noRot="1" noChangeAspect="1" noMove="1" noResize="1"/>
          </p:cNvGrpSpPr>
          <p:nvPr userDrawn="1"/>
        </p:nvGrpSpPr>
        <p:grpSpPr bwMode="auto">
          <a:xfrm>
            <a:off x="9383713" y="315913"/>
            <a:ext cx="2808287" cy="6542087"/>
            <a:chOff x="5911" y="199"/>
            <a:chExt cx="1769" cy="4121"/>
          </a:xfrm>
        </p:grpSpPr>
        <p:sp>
          <p:nvSpPr>
            <p:cNvPr id="25" name="Freeform 5"/>
            <p:cNvSpPr>
              <a:spLocks noGrp="1" noRot="1" noMove="1" noResize="1" noEditPoints="1" noAdjustHandles="1" noChangeArrowheads="1" noChangeShapeType="1"/>
            </p:cNvSpPr>
            <p:nvPr userDrawn="1"/>
          </p:nvSpPr>
          <p:spPr bwMode="auto">
            <a:xfrm>
              <a:off x="6543" y="297"/>
              <a:ext cx="126" cy="196"/>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6" name="Freeform 6"/>
            <p:cNvSpPr>
              <a:spLocks noGrp="1" noRot="1" noMove="1" noResize="1" noEditPoints="1" noAdjustHandles="1" noChangeArrowheads="1" noChangeShapeType="1"/>
            </p:cNvSpPr>
            <p:nvPr userDrawn="1"/>
          </p:nvSpPr>
          <p:spPr bwMode="auto">
            <a:xfrm>
              <a:off x="6922" y="29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7" name="Freeform 7"/>
            <p:cNvSpPr>
              <a:spLocks noGrp="1" noRot="1" noMove="1" noResize="1" noEditPoints="1" noAdjustHandles="1" noChangeArrowheads="1" noChangeShapeType="1"/>
            </p:cNvSpPr>
            <p:nvPr userDrawn="1"/>
          </p:nvSpPr>
          <p:spPr bwMode="auto">
            <a:xfrm>
              <a:off x="6922"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8" name="Freeform 8"/>
            <p:cNvSpPr>
              <a:spLocks noGrp="1" noRot="1" noMove="1" noResize="1" noEditPoints="1" noAdjustHandles="1" noChangeArrowheads="1" noChangeShapeType="1"/>
            </p:cNvSpPr>
            <p:nvPr userDrawn="1"/>
          </p:nvSpPr>
          <p:spPr bwMode="auto">
            <a:xfrm>
              <a:off x="7048" y="493"/>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29" name="Freeform 9"/>
            <p:cNvSpPr>
              <a:spLocks noGrp="1" noRot="1" noMove="1" noResize="1" noEditPoints="1" noAdjustHandles="1" noChangeArrowheads="1" noChangeShapeType="1"/>
            </p:cNvSpPr>
            <p:nvPr userDrawn="1"/>
          </p:nvSpPr>
          <p:spPr bwMode="auto">
            <a:xfrm>
              <a:off x="7301" y="199"/>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0" name="Freeform 10"/>
            <p:cNvSpPr>
              <a:spLocks noGrp="1" noRot="1" noMove="1" noResize="1" noEditPoints="1" noAdjustHandles="1" noChangeArrowheads="1" noChangeShapeType="1"/>
            </p:cNvSpPr>
            <p:nvPr userDrawn="1"/>
          </p:nvSpPr>
          <p:spPr bwMode="auto">
            <a:xfrm>
              <a:off x="7301"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181C62"/>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1" name="Freeform 11"/>
            <p:cNvSpPr>
              <a:spLocks noGrp="1" noRot="1" noMove="1" noResize="1" noEditPoints="1" noAdjustHandles="1" noChangeArrowheads="1" noChangeShapeType="1"/>
            </p:cNvSpPr>
            <p:nvPr userDrawn="1"/>
          </p:nvSpPr>
          <p:spPr bwMode="auto">
            <a:xfrm>
              <a:off x="7175" y="592"/>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2" name="Freeform 12"/>
            <p:cNvSpPr>
              <a:spLocks noGrp="1" noRot="1" noMove="1" noResize="1" noEditPoints="1" noAdjustHandles="1" noChangeArrowheads="1" noChangeShapeType="1"/>
            </p:cNvSpPr>
            <p:nvPr userDrawn="1"/>
          </p:nvSpPr>
          <p:spPr bwMode="auto">
            <a:xfrm>
              <a:off x="7301"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3" name="Freeform 13"/>
            <p:cNvSpPr>
              <a:spLocks noGrp="1" noRot="1" noMove="1" noResize="1" noEditPoints="1" noAdjustHandles="1" noChangeArrowheads="1" noChangeShapeType="1"/>
            </p:cNvSpPr>
            <p:nvPr userDrawn="1"/>
          </p:nvSpPr>
          <p:spPr bwMode="auto">
            <a:xfrm>
              <a:off x="7175" y="395"/>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4" name="Freeform 14"/>
            <p:cNvSpPr>
              <a:spLocks noGrp="1" noRot="1" noMove="1" noResize="1" noEditPoints="1" noAdjustHandles="1" noChangeArrowheads="1" noChangeShapeType="1"/>
            </p:cNvSpPr>
            <p:nvPr userDrawn="1"/>
          </p:nvSpPr>
          <p:spPr bwMode="auto">
            <a:xfrm>
              <a:off x="7427" y="395"/>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5" name="Freeform 15"/>
            <p:cNvSpPr>
              <a:spLocks noGrp="1" noRot="1" noMove="1" noResize="1" noEditPoints="1" noAdjustHandles="1" noChangeArrowheads="1" noChangeShapeType="1"/>
            </p:cNvSpPr>
            <p:nvPr userDrawn="1"/>
          </p:nvSpPr>
          <p:spPr bwMode="auto">
            <a:xfrm>
              <a:off x="6796" y="493"/>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6" name="Freeform 16"/>
            <p:cNvSpPr>
              <a:spLocks noGrp="1" noRot="1" noMove="1" noResize="1" noEditPoints="1" noAdjustHandles="1" noChangeArrowheads="1" noChangeShapeType="1"/>
            </p:cNvSpPr>
            <p:nvPr userDrawn="1"/>
          </p:nvSpPr>
          <p:spPr bwMode="auto">
            <a:xfrm>
              <a:off x="6669" y="3437"/>
              <a:ext cx="127"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7" name="Freeform 17"/>
            <p:cNvSpPr>
              <a:spLocks noGrp="1" noRot="1" noMove="1" noResize="1" noEditPoints="1" noAdjustHandles="1" noChangeArrowheads="1" noChangeShapeType="1"/>
            </p:cNvSpPr>
            <p:nvPr userDrawn="1"/>
          </p:nvSpPr>
          <p:spPr bwMode="auto">
            <a:xfrm>
              <a:off x="6417"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8" name="Freeform 18"/>
            <p:cNvSpPr>
              <a:spLocks noGrp="1" noRot="1" noMove="1" noResize="1" noEditPoints="1" noAdjustHandles="1" noChangeArrowheads="1" noChangeShapeType="1"/>
            </p:cNvSpPr>
            <p:nvPr userDrawn="1"/>
          </p:nvSpPr>
          <p:spPr bwMode="auto">
            <a:xfrm>
              <a:off x="6543" y="4026"/>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39" name="Freeform 19"/>
            <p:cNvSpPr>
              <a:spLocks noGrp="1" noRot="1" noMove="1" noResize="1" noEditPoints="1" noAdjustHandles="1" noChangeArrowheads="1" noChangeShapeType="1"/>
            </p:cNvSpPr>
            <p:nvPr userDrawn="1"/>
          </p:nvSpPr>
          <p:spPr bwMode="auto">
            <a:xfrm>
              <a:off x="7301" y="3731"/>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0" name="Freeform 20"/>
            <p:cNvSpPr>
              <a:spLocks noGrp="1" noRot="1" noMove="1" noResize="1" noEditPoints="1" noAdjustHandles="1" noChangeArrowheads="1" noChangeShapeType="1"/>
            </p:cNvSpPr>
            <p:nvPr userDrawn="1"/>
          </p:nvSpPr>
          <p:spPr bwMode="auto">
            <a:xfrm>
              <a:off x="7427" y="4026"/>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1" name="Freeform 21"/>
            <p:cNvSpPr>
              <a:spLocks noGrp="1" noRot="1" noMove="1" noResize="1" noEditPoints="1" noAdjustHandles="1" noChangeArrowheads="1" noChangeShapeType="1"/>
            </p:cNvSpPr>
            <p:nvPr userDrawn="1"/>
          </p:nvSpPr>
          <p:spPr bwMode="auto">
            <a:xfrm>
              <a:off x="7427" y="3829"/>
              <a:ext cx="127"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CBB2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2" name="Freeform 22"/>
            <p:cNvSpPr>
              <a:spLocks noGrp="1" noRot="1" noMove="1" noResize="1" noEditPoints="1" noAdjustHandles="1" noChangeArrowheads="1" noChangeShapeType="1"/>
            </p:cNvSpPr>
            <p:nvPr userDrawn="1"/>
          </p:nvSpPr>
          <p:spPr bwMode="auto">
            <a:xfrm>
              <a:off x="7301" y="3829"/>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3" name="Freeform 23"/>
            <p:cNvSpPr>
              <a:spLocks noGrp="1" noRot="1" noMove="1" noResize="1" noEditPoints="1" noAdjustHandles="1" noChangeArrowheads="1" noChangeShapeType="1"/>
            </p:cNvSpPr>
            <p:nvPr userDrawn="1"/>
          </p:nvSpPr>
          <p:spPr bwMode="auto">
            <a:xfrm>
              <a:off x="7175" y="4124"/>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4" name="Freeform 24"/>
            <p:cNvSpPr>
              <a:spLocks noGrp="1" noRot="1" noMove="1" noResize="1" noEditPoints="1" noAdjustHandles="1" noChangeArrowheads="1" noChangeShapeType="1"/>
            </p:cNvSpPr>
            <p:nvPr userDrawn="1"/>
          </p:nvSpPr>
          <p:spPr bwMode="auto">
            <a:xfrm>
              <a:off x="7175" y="392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5" name="Freeform 25"/>
            <p:cNvSpPr>
              <a:spLocks noGrp="1" noRot="1" noMove="1" noResize="1" noEditPoints="1" noAdjustHandles="1" noChangeArrowheads="1" noChangeShapeType="1"/>
            </p:cNvSpPr>
            <p:nvPr userDrawn="1"/>
          </p:nvSpPr>
          <p:spPr bwMode="auto">
            <a:xfrm>
              <a:off x="7048" y="4026"/>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6" name="Freeform 26"/>
            <p:cNvSpPr>
              <a:spLocks noGrp="1" noRot="1" noMove="1" noResize="1" noEditPoints="1" noAdjustHandles="1" noChangeArrowheads="1" noChangeShapeType="1"/>
            </p:cNvSpPr>
            <p:nvPr userDrawn="1"/>
          </p:nvSpPr>
          <p:spPr bwMode="auto">
            <a:xfrm>
              <a:off x="6922"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7" name="Freeform 27"/>
            <p:cNvSpPr>
              <a:spLocks noGrp="1" noRot="1" noMove="1" noResize="1" noEditPoints="1" noAdjustHandles="1" noChangeArrowheads="1" noChangeShapeType="1"/>
            </p:cNvSpPr>
            <p:nvPr userDrawn="1"/>
          </p:nvSpPr>
          <p:spPr bwMode="auto">
            <a:xfrm>
              <a:off x="7301" y="333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8" name="Freeform 28"/>
            <p:cNvSpPr>
              <a:spLocks noGrp="1" noRot="1" noMove="1" noResize="1" noEditPoints="1" noAdjustHandles="1" noChangeArrowheads="1" noChangeShapeType="1"/>
            </p:cNvSpPr>
            <p:nvPr userDrawn="1"/>
          </p:nvSpPr>
          <p:spPr bwMode="auto">
            <a:xfrm>
              <a:off x="7427" y="3633"/>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49" name="Freeform 29"/>
            <p:cNvSpPr>
              <a:spLocks noGrp="1" noRot="1" noMove="1" noResize="1" noEditPoints="1" noAdjustHandles="1" noChangeArrowheads="1" noChangeShapeType="1"/>
            </p:cNvSpPr>
            <p:nvPr userDrawn="1"/>
          </p:nvSpPr>
          <p:spPr bwMode="auto">
            <a:xfrm>
              <a:off x="7427" y="3241"/>
              <a:ext cx="127" cy="196"/>
            </a:xfrm>
            <a:custGeom>
              <a:avLst/>
              <a:gdLst>
                <a:gd name="T0" fmla="*/ 554 w 554"/>
                <a:gd name="T1" fmla="*/ 433 h 865"/>
                <a:gd name="T2" fmla="*/ 0 w 554"/>
                <a:gd name="T3" fmla="*/ 865 h 865"/>
                <a:gd name="T4" fmla="*/ 0 w 554"/>
                <a:gd name="T5" fmla="*/ 433 h 865"/>
                <a:gd name="T6" fmla="*/ 0 w 554"/>
                <a:gd name="T7" fmla="*/ 0 h 865"/>
                <a:gd name="T8" fmla="*/ 554 w 554"/>
                <a:gd name="T9" fmla="*/ 433 h 865"/>
              </a:gdLst>
              <a:ahLst/>
              <a:cxnLst>
                <a:cxn ang="0">
                  <a:pos x="T0" y="T1"/>
                </a:cxn>
                <a:cxn ang="0">
                  <a:pos x="T2" y="T3"/>
                </a:cxn>
                <a:cxn ang="0">
                  <a:pos x="T4" y="T5"/>
                </a:cxn>
                <a:cxn ang="0">
                  <a:pos x="T6" y="T7"/>
                </a:cxn>
                <a:cxn ang="0">
                  <a:pos x="T8" y="T9"/>
                </a:cxn>
              </a:cxnLst>
              <a:rect l="0" t="0" r="r" b="b"/>
              <a:pathLst>
                <a:path w="554" h="865" extrusionOk="0">
                  <a:moveTo>
                    <a:pt x="554" y="433"/>
                  </a:moveTo>
                  <a:lnTo>
                    <a:pt x="0" y="865"/>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0" name="Freeform 30"/>
            <p:cNvSpPr>
              <a:spLocks noGrp="1" noRot="1" noMove="1" noResize="1" noEditPoints="1" noAdjustHandles="1" noChangeArrowheads="1" noChangeShapeType="1"/>
            </p:cNvSpPr>
            <p:nvPr userDrawn="1"/>
          </p:nvSpPr>
          <p:spPr bwMode="auto">
            <a:xfrm>
              <a:off x="7427" y="3437"/>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1" name="Freeform 31"/>
            <p:cNvSpPr>
              <a:spLocks noGrp="1" noRot="1" noMove="1" noResize="1" noEditPoints="1" noAdjustHandles="1" noChangeArrowheads="1" noChangeShapeType="1"/>
            </p:cNvSpPr>
            <p:nvPr userDrawn="1"/>
          </p:nvSpPr>
          <p:spPr bwMode="auto">
            <a:xfrm>
              <a:off x="7048" y="3535"/>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4FBAD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2" name="Freeform 32"/>
            <p:cNvSpPr>
              <a:spLocks noGrp="1" noRot="1" noMove="1" noResize="1" noEditPoints="1" noAdjustHandles="1" noChangeArrowheads="1" noChangeShapeType="1"/>
            </p:cNvSpPr>
            <p:nvPr userDrawn="1"/>
          </p:nvSpPr>
          <p:spPr bwMode="auto">
            <a:xfrm>
              <a:off x="7301" y="304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3" name="Freeform 33"/>
            <p:cNvSpPr>
              <a:spLocks noGrp="1" noRot="1" noMove="1" noResize="1" noEditPoints="1" noAdjustHandles="1" noChangeArrowheads="1" noChangeShapeType="1"/>
            </p:cNvSpPr>
            <p:nvPr userDrawn="1"/>
          </p:nvSpPr>
          <p:spPr bwMode="auto">
            <a:xfrm>
              <a:off x="7175"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4" name="Freeform 34"/>
            <p:cNvSpPr>
              <a:spLocks noGrp="1" noRot="1" noMove="1" noResize="1" noEditPoints="1" noAdjustHandles="1" noChangeArrowheads="1" noChangeShapeType="1"/>
            </p:cNvSpPr>
            <p:nvPr userDrawn="1"/>
          </p:nvSpPr>
          <p:spPr bwMode="auto">
            <a:xfrm>
              <a:off x="7301" y="3241"/>
              <a:ext cx="126" cy="196"/>
            </a:xfrm>
            <a:custGeom>
              <a:avLst/>
              <a:gdLst>
                <a:gd name="T0" fmla="*/ 0 w 554"/>
                <a:gd name="T1" fmla="*/ 433 h 865"/>
                <a:gd name="T2" fmla="*/ 554 w 554"/>
                <a:gd name="T3" fmla="*/ 865 h 865"/>
                <a:gd name="T4" fmla="*/ 554 w 554"/>
                <a:gd name="T5" fmla="*/ 433 h 865"/>
                <a:gd name="T6" fmla="*/ 554 w 554"/>
                <a:gd name="T7" fmla="*/ 0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865"/>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5" name="Freeform 35"/>
            <p:cNvSpPr>
              <a:spLocks noGrp="1" noRot="1" noMove="1" noResize="1" noEditPoints="1" noAdjustHandles="1" noChangeArrowheads="1" noChangeShapeType="1"/>
            </p:cNvSpPr>
            <p:nvPr userDrawn="1"/>
          </p:nvSpPr>
          <p:spPr bwMode="auto">
            <a:xfrm>
              <a:off x="7301" y="314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9DC8E7"/>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6" name="Freeform 36"/>
            <p:cNvSpPr>
              <a:spLocks noGrp="1" noRot="1" noMove="1" noResize="1" noEditPoints="1" noAdjustHandles="1" noChangeArrowheads="1" noChangeShapeType="1"/>
            </p:cNvSpPr>
            <p:nvPr userDrawn="1"/>
          </p:nvSpPr>
          <p:spPr bwMode="auto">
            <a:xfrm>
              <a:off x="7427" y="314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7" name="Freeform 37"/>
            <p:cNvSpPr>
              <a:spLocks noGrp="1" noRot="1" noMove="1" noResize="1" noEditPoints="1" noAdjustHandles="1" noChangeArrowheads="1" noChangeShapeType="1"/>
            </p:cNvSpPr>
            <p:nvPr userDrawn="1"/>
          </p:nvSpPr>
          <p:spPr bwMode="auto">
            <a:xfrm>
              <a:off x="7554" y="373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8" name="Freeform 38"/>
            <p:cNvSpPr>
              <a:spLocks noGrp="1" noRot="1" noMove="1" noResize="1" noEditPoints="1" noAdjustHandles="1" noChangeArrowheads="1" noChangeShapeType="1"/>
            </p:cNvSpPr>
            <p:nvPr userDrawn="1"/>
          </p:nvSpPr>
          <p:spPr bwMode="auto">
            <a:xfrm>
              <a:off x="7175" y="3437"/>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9" name="Freeform 39"/>
            <p:cNvSpPr>
              <a:spLocks noGrp="1" noRot="1" noMove="1" noResize="1" noEditPoints="1" noAdjustHandles="1" noChangeArrowheads="1" noChangeShapeType="1"/>
            </p:cNvSpPr>
            <p:nvPr userDrawn="1"/>
          </p:nvSpPr>
          <p:spPr bwMode="auto">
            <a:xfrm>
              <a:off x="7048" y="3437"/>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0" name="Freeform 40"/>
            <p:cNvSpPr>
              <a:spLocks noGrp="1" noRot="1" noMove="1" noResize="1" noEditPoints="1" noAdjustHandles="1" noChangeArrowheads="1" noChangeShapeType="1"/>
            </p:cNvSpPr>
            <p:nvPr userDrawn="1"/>
          </p:nvSpPr>
          <p:spPr bwMode="auto">
            <a:xfrm>
              <a:off x="7554" y="3143"/>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extrusionOk="0">
                  <a:moveTo>
                    <a:pt x="0" y="865"/>
                  </a:moveTo>
                  <a:lnTo>
                    <a:pt x="0" y="433"/>
                  </a:lnTo>
                  <a:lnTo>
                    <a:pt x="0" y="0"/>
                  </a:lnTo>
                  <a:lnTo>
                    <a:pt x="554" y="433"/>
                  </a:lnTo>
                  <a:lnTo>
                    <a:pt x="0" y="865"/>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1" name="Freeform 41"/>
            <p:cNvSpPr>
              <a:spLocks noGrp="1" noRot="1" noMove="1" noResize="1" noEditPoints="1" noAdjustHandles="1" noChangeArrowheads="1" noChangeShapeType="1"/>
            </p:cNvSpPr>
            <p:nvPr userDrawn="1"/>
          </p:nvSpPr>
          <p:spPr bwMode="auto">
            <a:xfrm>
              <a:off x="7175" y="3633"/>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2" name="Freeform 42"/>
            <p:cNvSpPr>
              <a:spLocks noGrp="1" noRot="1" noMove="1" noResize="1" noEditPoints="1" noAdjustHandles="1" noChangeArrowheads="1" noChangeShapeType="1"/>
            </p:cNvSpPr>
            <p:nvPr userDrawn="1"/>
          </p:nvSpPr>
          <p:spPr bwMode="auto">
            <a:xfrm>
              <a:off x="7048" y="3633"/>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3" name="Freeform 43"/>
            <p:cNvSpPr>
              <a:spLocks noGrp="1" noRot="1" noMove="1" noResize="1" noEditPoints="1" noAdjustHandles="1" noChangeArrowheads="1" noChangeShapeType="1"/>
            </p:cNvSpPr>
            <p:nvPr userDrawn="1"/>
          </p:nvSpPr>
          <p:spPr bwMode="auto">
            <a:xfrm>
              <a:off x="7048" y="2652"/>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4" name="Freeform 44"/>
            <p:cNvSpPr>
              <a:spLocks noGrp="1" noRot="1" noMove="1" noResize="1" noEditPoints="1" noAdjustHandles="1" noChangeArrowheads="1" noChangeShapeType="1"/>
            </p:cNvSpPr>
            <p:nvPr userDrawn="1"/>
          </p:nvSpPr>
          <p:spPr bwMode="auto">
            <a:xfrm>
              <a:off x="7175" y="3241"/>
              <a:ext cx="126" cy="196"/>
            </a:xfrm>
            <a:custGeom>
              <a:avLst/>
              <a:gdLst>
                <a:gd name="T0" fmla="*/ 0 w 554"/>
                <a:gd name="T1" fmla="*/ 865 h 865"/>
                <a:gd name="T2" fmla="*/ 0 w 554"/>
                <a:gd name="T3" fmla="*/ 433 h 865"/>
                <a:gd name="T4" fmla="*/ 0 w 554"/>
                <a:gd name="T5" fmla="*/ 0 h 865"/>
                <a:gd name="T6" fmla="*/ 554 w 554"/>
                <a:gd name="T7" fmla="*/ 433 h 865"/>
                <a:gd name="T8" fmla="*/ 0 w 554"/>
                <a:gd name="T9" fmla="*/ 865 h 865"/>
              </a:gdLst>
              <a:ahLst/>
              <a:cxnLst>
                <a:cxn ang="0">
                  <a:pos x="T0" y="T1"/>
                </a:cxn>
                <a:cxn ang="0">
                  <a:pos x="T2" y="T3"/>
                </a:cxn>
                <a:cxn ang="0">
                  <a:pos x="T4" y="T5"/>
                </a:cxn>
                <a:cxn ang="0">
                  <a:pos x="T6" y="T7"/>
                </a:cxn>
                <a:cxn ang="0">
                  <a:pos x="T8" y="T9"/>
                </a:cxn>
              </a:cxnLst>
              <a:rect l="0" t="0" r="r" b="b"/>
              <a:pathLst>
                <a:path w="554" h="865" extrusionOk="0">
                  <a:moveTo>
                    <a:pt x="0" y="865"/>
                  </a:moveTo>
                  <a:lnTo>
                    <a:pt x="0" y="433"/>
                  </a:lnTo>
                  <a:lnTo>
                    <a:pt x="0" y="0"/>
                  </a:lnTo>
                  <a:lnTo>
                    <a:pt x="554" y="433"/>
                  </a:lnTo>
                  <a:lnTo>
                    <a:pt x="0" y="865"/>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5" name="Freeform 45"/>
            <p:cNvSpPr>
              <a:spLocks noGrp="1" noRot="1" noMove="1" noResize="1" noEditPoints="1" noAdjustHandles="1" noChangeArrowheads="1" noChangeShapeType="1"/>
            </p:cNvSpPr>
            <p:nvPr userDrawn="1"/>
          </p:nvSpPr>
          <p:spPr bwMode="auto">
            <a:xfrm>
              <a:off x="7554" y="4124"/>
              <a:ext cx="126" cy="196"/>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6" name="Freeform 46"/>
            <p:cNvSpPr>
              <a:spLocks noGrp="1" noRot="1" noMove="1" noResize="1" noEditPoints="1" noAdjustHandles="1" noChangeArrowheads="1" noChangeShapeType="1"/>
            </p:cNvSpPr>
            <p:nvPr userDrawn="1"/>
          </p:nvSpPr>
          <p:spPr bwMode="auto">
            <a:xfrm>
              <a:off x="7301" y="225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3EEF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7" name="Freeform 47"/>
            <p:cNvSpPr>
              <a:spLocks noGrp="1" noRot="1" noMove="1" noResize="1" noEditPoints="1" noAdjustHandles="1" noChangeArrowheads="1" noChangeShapeType="1"/>
            </p:cNvSpPr>
            <p:nvPr userDrawn="1"/>
          </p:nvSpPr>
          <p:spPr bwMode="auto">
            <a:xfrm>
              <a:off x="7427" y="3339"/>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8" name="Freeform 48"/>
            <p:cNvSpPr>
              <a:spLocks noGrp="1" noRot="1" noMove="1" noResize="1" noEditPoints="1" noAdjustHandles="1" noChangeArrowheads="1" noChangeShapeType="1"/>
            </p:cNvSpPr>
            <p:nvPr userDrawn="1"/>
          </p:nvSpPr>
          <p:spPr bwMode="auto">
            <a:xfrm>
              <a:off x="6922" y="3535"/>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9" name="Freeform 49"/>
            <p:cNvSpPr>
              <a:spLocks noGrp="1" noRot="1" noMove="1" noResize="1" noEditPoints="1" noAdjustHandles="1" noChangeArrowheads="1" noChangeShapeType="1"/>
            </p:cNvSpPr>
            <p:nvPr userDrawn="1"/>
          </p:nvSpPr>
          <p:spPr bwMode="auto">
            <a:xfrm>
              <a:off x="6922" y="3143"/>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0" name="Freeform 50"/>
            <p:cNvSpPr>
              <a:spLocks noGrp="1" noRot="1" noMove="1" noResize="1" noEditPoints="1" noAdjustHandles="1" noChangeArrowheads="1" noChangeShapeType="1"/>
            </p:cNvSpPr>
            <p:nvPr userDrawn="1"/>
          </p:nvSpPr>
          <p:spPr bwMode="auto">
            <a:xfrm>
              <a:off x="6922" y="3731"/>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1" name="Freeform 51"/>
            <p:cNvSpPr>
              <a:spLocks noGrp="1" noRot="1" noMove="1" noResize="1" noEditPoints="1" noAdjustHandles="1" noChangeArrowheads="1" noChangeShapeType="1"/>
            </p:cNvSpPr>
            <p:nvPr userDrawn="1"/>
          </p:nvSpPr>
          <p:spPr bwMode="auto">
            <a:xfrm>
              <a:off x="6796"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2" name="Freeform 52"/>
            <p:cNvSpPr>
              <a:spLocks noGrp="1" noRot="1" noMove="1" noResize="1" noEditPoints="1" noAdjustHandles="1" noChangeArrowheads="1" noChangeShapeType="1"/>
            </p:cNvSpPr>
            <p:nvPr userDrawn="1"/>
          </p:nvSpPr>
          <p:spPr bwMode="auto">
            <a:xfrm>
              <a:off x="6796" y="3829"/>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3" name="Freeform 53"/>
            <p:cNvSpPr>
              <a:spLocks noGrp="1" noRot="1" noMove="1" noResize="1" noEditPoints="1" noAdjustHandles="1" noChangeArrowheads="1" noChangeShapeType="1"/>
            </p:cNvSpPr>
            <p:nvPr userDrawn="1"/>
          </p:nvSpPr>
          <p:spPr bwMode="auto">
            <a:xfrm>
              <a:off x="7554" y="3241"/>
              <a:ext cx="126" cy="196"/>
            </a:xfrm>
            <a:custGeom>
              <a:avLst/>
              <a:gdLst>
                <a:gd name="T0" fmla="*/ 0 w 554"/>
                <a:gd name="T1" fmla="*/ 433 h 865"/>
                <a:gd name="T2" fmla="*/ 554 w 554"/>
                <a:gd name="T3" fmla="*/ 0 h 865"/>
                <a:gd name="T4" fmla="*/ 554 w 554"/>
                <a:gd name="T5" fmla="*/ 433 h 865"/>
                <a:gd name="T6" fmla="*/ 554 w 554"/>
                <a:gd name="T7" fmla="*/ 865 h 865"/>
                <a:gd name="T8" fmla="*/ 0 w 554"/>
                <a:gd name="T9" fmla="*/ 433 h 865"/>
              </a:gdLst>
              <a:ahLst/>
              <a:cxnLst>
                <a:cxn ang="0">
                  <a:pos x="T0" y="T1"/>
                </a:cxn>
                <a:cxn ang="0">
                  <a:pos x="T2" y="T3"/>
                </a:cxn>
                <a:cxn ang="0">
                  <a:pos x="T4" y="T5"/>
                </a:cxn>
                <a:cxn ang="0">
                  <a:pos x="T6" y="T7"/>
                </a:cxn>
                <a:cxn ang="0">
                  <a:pos x="T8" y="T9"/>
                </a:cxn>
              </a:cxnLst>
              <a:rect l="0" t="0" r="r" b="b"/>
              <a:pathLst>
                <a:path w="554" h="865" extrusionOk="0">
                  <a:moveTo>
                    <a:pt x="0" y="433"/>
                  </a:moveTo>
                  <a:lnTo>
                    <a:pt x="554" y="0"/>
                  </a:lnTo>
                  <a:lnTo>
                    <a:pt x="554" y="433"/>
                  </a:lnTo>
                  <a:lnTo>
                    <a:pt x="554" y="865"/>
                  </a:lnTo>
                  <a:lnTo>
                    <a:pt x="0" y="433"/>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4" name="Freeform 54"/>
            <p:cNvSpPr>
              <a:spLocks noGrp="1" noRot="1" noMove="1" noResize="1" noEditPoints="1" noAdjustHandles="1" noChangeArrowheads="1" noChangeShapeType="1"/>
            </p:cNvSpPr>
            <p:nvPr userDrawn="1"/>
          </p:nvSpPr>
          <p:spPr bwMode="auto">
            <a:xfrm>
              <a:off x="7048" y="3829"/>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5" name="Freeform 55"/>
            <p:cNvSpPr>
              <a:spLocks noGrp="1" noRot="1" noMove="1" noResize="1" noEditPoints="1" noAdjustHandles="1" noChangeArrowheads="1" noChangeShapeType="1"/>
            </p:cNvSpPr>
            <p:nvPr userDrawn="1"/>
          </p:nvSpPr>
          <p:spPr bwMode="auto">
            <a:xfrm>
              <a:off x="7301" y="3535"/>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6" name="Freeform 56"/>
            <p:cNvSpPr>
              <a:spLocks noGrp="1" noRot="1" noMove="1" noResize="1" noEditPoints="1" noAdjustHandles="1" noChangeArrowheads="1" noChangeShapeType="1"/>
            </p:cNvSpPr>
            <p:nvPr userDrawn="1"/>
          </p:nvSpPr>
          <p:spPr bwMode="auto">
            <a:xfrm>
              <a:off x="7048" y="3339"/>
              <a:ext cx="127"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7" name="Freeform 57"/>
            <p:cNvSpPr>
              <a:spLocks noGrp="1" noRot="1" noMove="1" noResize="1" noEditPoints="1" noAdjustHandles="1" noChangeArrowheads="1" noChangeShapeType="1"/>
            </p:cNvSpPr>
            <p:nvPr userDrawn="1"/>
          </p:nvSpPr>
          <p:spPr bwMode="auto">
            <a:xfrm>
              <a:off x="6922" y="4124"/>
              <a:ext cx="126" cy="196"/>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8" name="Freeform 58"/>
            <p:cNvSpPr>
              <a:spLocks noGrp="1" noRot="1" noMove="1" noResize="1" noEditPoints="1" noAdjustHandles="1" noChangeArrowheads="1" noChangeShapeType="1"/>
            </p:cNvSpPr>
            <p:nvPr userDrawn="1"/>
          </p:nvSpPr>
          <p:spPr bwMode="auto">
            <a:xfrm>
              <a:off x="6669" y="3927"/>
              <a:ext cx="127" cy="197"/>
            </a:xfrm>
            <a:custGeom>
              <a:avLst/>
              <a:gdLst>
                <a:gd name="T0" fmla="*/ 554 w 554"/>
                <a:gd name="T1" fmla="*/ 0 h 866"/>
                <a:gd name="T2" fmla="*/ 554 w 554"/>
                <a:gd name="T3" fmla="*/ 433 h 866"/>
                <a:gd name="T4" fmla="*/ 554 w 554"/>
                <a:gd name="T5" fmla="*/ 866 h 866"/>
                <a:gd name="T6" fmla="*/ 0 w 554"/>
                <a:gd name="T7" fmla="*/ 433 h 866"/>
                <a:gd name="T8" fmla="*/ 554 w 554"/>
                <a:gd name="T9" fmla="*/ 0 h 866"/>
              </a:gdLst>
              <a:ahLst/>
              <a:cxnLst>
                <a:cxn ang="0">
                  <a:pos x="T0" y="T1"/>
                </a:cxn>
                <a:cxn ang="0">
                  <a:pos x="T2" y="T3"/>
                </a:cxn>
                <a:cxn ang="0">
                  <a:pos x="T4" y="T5"/>
                </a:cxn>
                <a:cxn ang="0">
                  <a:pos x="T6" y="T7"/>
                </a:cxn>
                <a:cxn ang="0">
                  <a:pos x="T8" y="T9"/>
                </a:cxn>
              </a:cxnLst>
              <a:rect l="0" t="0" r="r" b="b"/>
              <a:pathLst>
                <a:path w="554" h="866" extrusionOk="0">
                  <a:moveTo>
                    <a:pt x="554" y="0"/>
                  </a:moveTo>
                  <a:lnTo>
                    <a:pt x="554" y="433"/>
                  </a:lnTo>
                  <a:lnTo>
                    <a:pt x="554" y="866"/>
                  </a:lnTo>
                  <a:lnTo>
                    <a:pt x="0" y="433"/>
                  </a:lnTo>
                  <a:lnTo>
                    <a:pt x="554" y="0"/>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9" name="Freeform 59"/>
            <p:cNvSpPr>
              <a:spLocks noGrp="1" noRot="1" noMove="1" noResize="1" noEditPoints="1" noAdjustHandles="1" noChangeArrowheads="1" noChangeShapeType="1"/>
            </p:cNvSpPr>
            <p:nvPr userDrawn="1"/>
          </p:nvSpPr>
          <p:spPr bwMode="auto">
            <a:xfrm>
              <a:off x="6669" y="3731"/>
              <a:ext cx="127"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0" name="Freeform 60"/>
            <p:cNvSpPr>
              <a:spLocks noGrp="1" noRot="1" noMove="1" noResize="1" noEditPoints="1" noAdjustHandles="1" noChangeArrowheads="1" noChangeShapeType="1"/>
            </p:cNvSpPr>
            <p:nvPr userDrawn="1"/>
          </p:nvSpPr>
          <p:spPr bwMode="auto">
            <a:xfrm>
              <a:off x="7427" y="3927"/>
              <a:ext cx="127"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1" name="Freeform 61"/>
            <p:cNvSpPr>
              <a:spLocks noGrp="1" noRot="1" noMove="1" noResize="1" noEditPoints="1" noAdjustHandles="1" noChangeArrowheads="1" noChangeShapeType="1"/>
            </p:cNvSpPr>
            <p:nvPr userDrawn="1"/>
          </p:nvSpPr>
          <p:spPr bwMode="auto">
            <a:xfrm>
              <a:off x="7301" y="3927"/>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2" name="Freeform 62"/>
            <p:cNvSpPr>
              <a:spLocks noGrp="1" noRot="1" noMove="1" noResize="1" noEditPoints="1" noAdjustHandles="1" noChangeArrowheads="1" noChangeShapeType="1"/>
            </p:cNvSpPr>
            <p:nvPr userDrawn="1"/>
          </p:nvSpPr>
          <p:spPr bwMode="auto">
            <a:xfrm>
              <a:off x="7301" y="4026"/>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83" name="Freeform 63"/>
            <p:cNvSpPr>
              <a:spLocks noGrp="1" noRot="1" noMove="1" noResize="1" noEditPoints="1" noAdjustHandles="1" noChangeArrowheads="1" noChangeShapeType="1"/>
            </p:cNvSpPr>
            <p:nvPr userDrawn="1"/>
          </p:nvSpPr>
          <p:spPr bwMode="auto">
            <a:xfrm>
              <a:off x="5911" y="392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F3D7EC"/>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pic>
        <p:nvPicPr>
          <p:cNvPr id="17" name="UNIVERSITÄT PADERBORN Logo"/>
          <p:cNvPicPr>
            <a:picLocks noGrp="1" noRot="1" noChangeAspect="1" noMove="1" noResize="1" noEditPoints="1" noAdjustHandles="1" noChangeArrowheads="1" noChangeShapeType="1" noCrop="1"/>
          </p:cNvPicPr>
          <p:nvPr userDrawn="1"/>
        </p:nvPicPr>
        <p:blipFill>
          <a:blip r:embed="rId2"/>
          <a:stretch/>
        </p:blipFill>
        <p:spPr bwMode="auto">
          <a:xfrm>
            <a:off x="351364" y="254012"/>
            <a:ext cx="2584799" cy="1052305"/>
          </a:xfrm>
          <a:prstGeom prst="rect">
            <a:avLst/>
          </a:prstGeom>
        </p:spPr>
      </p:pic>
      <p:sp>
        <p:nvSpPr>
          <p:cNvPr id="14" name="Text"/>
          <p:cNvSpPr>
            <a:spLocks noGrp="1"/>
          </p:cNvSpPr>
          <p:nvPr>
            <p:ph type="body" orient="vert" idx="12" hasCustomPrompt="1"/>
          </p:nvPr>
        </p:nvSpPr>
        <p:spPr bwMode="auto">
          <a:xfrm>
            <a:off x="1219200" y="5998528"/>
            <a:ext cx="8548688" cy="360000"/>
          </a:xfrm>
          <a:prstGeom prst="rect">
            <a:avLst/>
          </a:prstGeom>
        </p:spPr>
        <p:txBody>
          <a:bodyPr vert="horz" numCol="1"/>
          <a:lstStyle>
            <a:lvl1pPr marL="0" indent="0">
              <a:lnSpc>
                <a:spcPct val="127000"/>
              </a:lnSpc>
              <a:spcBef>
                <a:spcPts val="0"/>
              </a:spcBef>
              <a:spcAft>
                <a:spcPts val="0"/>
              </a:spcAft>
              <a:buFont typeface="+mj-lt"/>
              <a:buNone/>
              <a:defRPr sz="1600"/>
            </a:lvl1pPr>
            <a:lvl2pPr marL="0" indent="0">
              <a:lnSpc>
                <a:spcPct val="127000"/>
              </a:lnSpc>
              <a:spcBef>
                <a:spcPts val="0"/>
              </a:spcBef>
              <a:spcAft>
                <a:spcPts val="0"/>
              </a:spcAft>
              <a:buFont typeface="+mj-lt"/>
              <a:buNone/>
              <a:defRPr sz="1600"/>
            </a:lvl2pPr>
            <a:lvl3pPr marL="0" indent="0">
              <a:lnSpc>
                <a:spcPct val="127000"/>
              </a:lnSpc>
              <a:spcBef>
                <a:spcPts val="0"/>
              </a:spcBef>
              <a:spcAft>
                <a:spcPts val="0"/>
              </a:spcAft>
              <a:buFont typeface="+mj-lt"/>
              <a:buNone/>
              <a:defRPr sz="1600"/>
            </a:lvl3pPr>
            <a:lvl4pPr marL="0" indent="0">
              <a:lnSpc>
                <a:spcPct val="127000"/>
              </a:lnSpc>
              <a:spcBef>
                <a:spcPts val="0"/>
              </a:spcBef>
              <a:spcAft>
                <a:spcPts val="0"/>
              </a:spcAft>
              <a:buFont typeface="+mj-lt"/>
              <a:buNone/>
              <a:defRPr sz="1600"/>
            </a:lvl4pPr>
            <a:lvl5pPr marL="0" indent="0">
              <a:lnSpc>
                <a:spcPct val="127000"/>
              </a:lnSpc>
              <a:spcBef>
                <a:spcPts val="0"/>
              </a:spcBef>
              <a:spcAft>
                <a:spcPts val="0"/>
              </a:spcAft>
              <a:buFont typeface="+mj-lt"/>
              <a:buNone/>
              <a:defRPr sz="1600"/>
            </a:lvl5pPr>
            <a:lvl6pPr marL="0" indent="0">
              <a:lnSpc>
                <a:spcPct val="127000"/>
              </a:lnSpc>
              <a:spcBef>
                <a:spcPts val="0"/>
              </a:spcBef>
              <a:spcAft>
                <a:spcPts val="0"/>
              </a:spcAft>
              <a:buFont typeface="+mj-lt"/>
              <a:buNone/>
              <a:defRPr sz="1600"/>
            </a:lvl6pPr>
            <a:lvl7pPr marL="0" indent="0">
              <a:lnSpc>
                <a:spcPct val="127000"/>
              </a:lnSpc>
              <a:spcBef>
                <a:spcPts val="0"/>
              </a:spcBef>
              <a:spcAft>
                <a:spcPts val="0"/>
              </a:spcAft>
              <a:buFont typeface="+mj-lt"/>
              <a:buNone/>
              <a:defRPr sz="1600"/>
            </a:lvl7pPr>
            <a:lvl8pPr marL="0" indent="0">
              <a:lnSpc>
                <a:spcPct val="127000"/>
              </a:lnSpc>
              <a:spcBef>
                <a:spcPts val="0"/>
              </a:spcBef>
              <a:spcAft>
                <a:spcPts val="0"/>
              </a:spcAft>
              <a:buFont typeface="+mj-lt"/>
              <a:buNone/>
              <a:defRPr sz="1600"/>
            </a:lvl8pPr>
            <a:lvl9pPr marL="0" indent="0">
              <a:lnSpc>
                <a:spcPct val="127000"/>
              </a:lnSpc>
              <a:spcBef>
                <a:spcPts val="0"/>
              </a:spcBef>
              <a:spcAft>
                <a:spcPts val="0"/>
              </a:spcAft>
              <a:buFont typeface="+mj-lt"/>
              <a:buNone/>
              <a:defRPr sz="1600"/>
            </a:lvl9pPr>
          </a:lstStyle>
          <a:p>
            <a:pPr>
              <a:defRPr/>
            </a:pPr>
            <a:r>
              <a:rPr lang="de-DE"/>
              <a:t>Akademischer Titel Vorname Nachname Referent*in</a:t>
            </a:r>
            <a:endParaRPr/>
          </a:p>
        </p:txBody>
      </p:sp>
      <p:sp>
        <p:nvSpPr>
          <p:cNvPr id="3" name="Untertitel"/>
          <p:cNvSpPr>
            <a:spLocks noGrp="1"/>
          </p:cNvSpPr>
          <p:nvPr>
            <p:ph type="subTitle" idx="1" hasCustomPrompt="1"/>
          </p:nvPr>
        </p:nvSpPr>
        <p:spPr bwMode="auto">
          <a:xfrm>
            <a:off x="1219200" y="3803650"/>
            <a:ext cx="8548688" cy="1332000"/>
          </a:xfrm>
          <a:prstGeom prst="rect">
            <a:avLst/>
          </a:prstGeom>
        </p:spPr>
        <p:txBody>
          <a:bodyPr/>
          <a:lstStyle>
            <a:lvl1pPr marL="0" indent="0" algn="l">
              <a:lnSpc>
                <a:spcPct val="100000"/>
              </a:lnSpc>
              <a:spcBef>
                <a:spcPts val="0"/>
              </a:spcBef>
              <a:spcAft>
                <a:spcPts val="0"/>
              </a:spcAft>
              <a:buFont typeface="+mj-lt"/>
              <a:buNone/>
              <a:defRPr sz="2000"/>
            </a:lvl1pPr>
            <a:lvl2pPr marL="0" indent="0" algn="l">
              <a:lnSpc>
                <a:spcPct val="100000"/>
              </a:lnSpc>
              <a:spcBef>
                <a:spcPts val="0"/>
              </a:spcBef>
              <a:spcAft>
                <a:spcPts val="0"/>
              </a:spcAft>
              <a:buFont typeface="+mj-lt"/>
              <a:buNone/>
              <a:defRPr sz="2000"/>
            </a:lvl2pPr>
            <a:lvl3pPr marL="0" indent="0" algn="l">
              <a:lnSpc>
                <a:spcPct val="100000"/>
              </a:lnSpc>
              <a:spcBef>
                <a:spcPts val="0"/>
              </a:spcBef>
              <a:spcAft>
                <a:spcPts val="0"/>
              </a:spcAft>
              <a:buFont typeface="+mj-lt"/>
              <a:buNone/>
              <a:defRPr sz="2000"/>
            </a:lvl3pPr>
            <a:lvl4pPr marL="0" indent="0" algn="l">
              <a:lnSpc>
                <a:spcPct val="100000"/>
              </a:lnSpc>
              <a:spcBef>
                <a:spcPts val="0"/>
              </a:spcBef>
              <a:spcAft>
                <a:spcPts val="0"/>
              </a:spcAft>
              <a:buFont typeface="+mj-lt"/>
              <a:buNone/>
              <a:defRPr sz="2000"/>
            </a:lvl4pPr>
            <a:lvl5pPr marL="0" indent="0" algn="l">
              <a:lnSpc>
                <a:spcPct val="100000"/>
              </a:lnSpc>
              <a:spcBef>
                <a:spcPts val="0"/>
              </a:spcBef>
              <a:spcAft>
                <a:spcPts val="0"/>
              </a:spcAft>
              <a:buFont typeface="+mj-lt"/>
              <a:buNone/>
              <a:defRPr sz="2000"/>
            </a:lvl5pPr>
            <a:lvl6pPr marL="0" indent="0" algn="l">
              <a:lnSpc>
                <a:spcPct val="100000"/>
              </a:lnSpc>
              <a:spcBef>
                <a:spcPts val="0"/>
              </a:spcBef>
              <a:spcAft>
                <a:spcPts val="0"/>
              </a:spcAft>
              <a:buFont typeface="+mj-lt"/>
              <a:buNone/>
              <a:defRPr sz="2000"/>
            </a:lvl6pPr>
            <a:lvl7pPr marL="0" indent="0" algn="l">
              <a:lnSpc>
                <a:spcPct val="100000"/>
              </a:lnSpc>
              <a:spcBef>
                <a:spcPts val="0"/>
              </a:spcBef>
              <a:spcAft>
                <a:spcPts val="0"/>
              </a:spcAft>
              <a:buFont typeface="+mj-lt"/>
              <a:buNone/>
              <a:defRPr sz="2000"/>
            </a:lvl7pPr>
            <a:lvl8pPr marL="0" indent="0" algn="l">
              <a:lnSpc>
                <a:spcPct val="100000"/>
              </a:lnSpc>
              <a:spcBef>
                <a:spcPts val="0"/>
              </a:spcBef>
              <a:spcAft>
                <a:spcPts val="0"/>
              </a:spcAft>
              <a:buFont typeface="+mj-lt"/>
              <a:buNone/>
              <a:defRPr sz="2000"/>
            </a:lvl8pPr>
            <a:lvl9pPr marL="0" indent="0" algn="l">
              <a:lnSpc>
                <a:spcPct val="100000"/>
              </a:lnSpc>
              <a:spcBef>
                <a:spcPts val="0"/>
              </a:spcBef>
              <a:spcAft>
                <a:spcPts val="0"/>
              </a:spcAft>
              <a:buFont typeface="+mj-lt"/>
              <a:buNone/>
              <a:defRPr sz="2000"/>
            </a:lvl9pPr>
          </a:lstStyle>
          <a:p>
            <a:pPr lvl="1">
              <a:defRPr/>
            </a:pPr>
            <a:r>
              <a:rPr lang="de-DE"/>
              <a:t>Titel, Untertitel und weiterführende Informationen zur Präsentation mit maximal vier Zeilen. Hinweis: Bitte grundsätzlich </a:t>
            </a:r>
            <a:r>
              <a:rPr lang="de-DE" b="1"/>
              <a:t>keine Änderungen im Folienmaster </a:t>
            </a:r>
            <a:r>
              <a:rPr lang="de-DE"/>
              <a:t>vornehmen. Änderungen der Größe und Position von </a:t>
            </a:r>
            <a:r>
              <a:rPr lang="de-DE" b="1"/>
              <a:t>Textboxen</a:t>
            </a:r>
            <a:r>
              <a:rPr lang="de-DE"/>
              <a:t> sind auf allen Folien zu </a:t>
            </a:r>
            <a:r>
              <a:rPr lang="de-DE" b="1"/>
              <a:t>vermeiden</a:t>
            </a:r>
            <a:r>
              <a:rPr lang="de-DE"/>
              <a:t>.</a:t>
            </a:r>
            <a:endParaRPr/>
          </a:p>
        </p:txBody>
      </p:sp>
      <p:sp>
        <p:nvSpPr>
          <p:cNvPr id="2" name="Titel"/>
          <p:cNvSpPr>
            <a:spLocks noGrp="1"/>
          </p:cNvSpPr>
          <p:nvPr>
            <p:ph type="ctrTitle" hasCustomPrompt="1"/>
          </p:nvPr>
        </p:nvSpPr>
        <p:spPr bwMode="auto">
          <a:xfrm>
            <a:off x="1219200" y="2119591"/>
            <a:ext cx="8548688" cy="1223684"/>
          </a:xfrm>
        </p:spPr>
        <p:txBody>
          <a:bodyPr anchor="b"/>
          <a:lstStyle>
            <a:lvl1pPr algn="l">
              <a:defRPr sz="3500"/>
            </a:lvl1pPr>
          </a:lstStyle>
          <a:p>
            <a:pPr>
              <a:defRPr/>
            </a:pPr>
            <a:r>
              <a:rPr lang="de-DE"/>
              <a:t>Vielen Dank für die Aufmerksamkeit!</a:t>
            </a:r>
            <a:endParaRPr/>
          </a:p>
        </p:txBody>
      </p:sp>
      <p:sp>
        <p:nvSpPr>
          <p:cNvPr id="84" name="Foliennummer"/>
          <p:cNvSpPr>
            <a:spLocks noGrp="1"/>
          </p:cNvSpPr>
          <p:nvPr>
            <p:ph type="sldNum" sz="quarter" idx="11"/>
          </p:nvPr>
        </p:nvSpPr>
        <p:spPr bwMode="auto">
          <a:xfrm>
            <a:off x="11089560" y="7200000"/>
            <a:ext cx="504000" cy="185738"/>
          </a:xfrm>
        </p:spPr>
        <p:txBody>
          <a:bodyPr/>
          <a:lstStyle>
            <a:lvl1pPr>
              <a:defRPr>
                <a:solidFill>
                  <a:srgbClr val="E6E6E6"/>
                </a:solidFill>
              </a:defRPr>
            </a:lvl1pPr>
          </a:lstStyle>
          <a:p>
            <a:pPr>
              <a:defRPr/>
            </a:pPr>
            <a:fld id="{11DE32AD-F86D-4804-839F-80A6732D429D}" type="slidenum">
              <a:rPr lang="de-DE"/>
              <a:t>‹#›</a:t>
            </a:fld>
            <a:endParaRPr lang="de-DE"/>
          </a:p>
        </p:txBody>
      </p:sp>
      <p:sp>
        <p:nvSpPr>
          <p:cNvPr id="85" name="Fußzeile"/>
          <p:cNvSpPr>
            <a:spLocks noGrp="1"/>
          </p:cNvSpPr>
          <p:nvPr>
            <p:ph type="ftr" sz="quarter" idx="10"/>
          </p:nvPr>
        </p:nvSpPr>
        <p:spPr bwMode="auto">
          <a:xfrm>
            <a:off x="421200" y="7200000"/>
            <a:ext cx="25400" cy="185738"/>
          </a:xfrm>
          <a:prstGeom prst="rect">
            <a:avLst/>
          </a:prstGeom>
          <a:solidFill>
            <a:srgbClr val="E6E6E6"/>
          </a:solidFill>
        </p:spPr>
        <p:txBody>
          <a:bodyPr/>
          <a:lstStyle>
            <a:lvl1pPr>
              <a:defRPr>
                <a:solidFill>
                  <a:srgbClr val="E6E6E6"/>
                </a:solidFill>
              </a:defRPr>
            </a:lvl1pPr>
          </a:lstStyle>
          <a:p>
            <a:pPr>
              <a:defRPr/>
            </a:pPr>
            <a:r>
              <a:rPr lang="de-DE"/>
              <a:t>Prof. Dr. Oliver Müller | Diagnosing and Mitigating Shortcut Learning in ML-Based IS Research | September 2023</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Headline / two columns">
    <p:bg>
      <p:bgPr>
        <a:solidFill>
          <a:srgbClr val="FFFFFF"/>
        </a:solidFill>
        <a:effectLst/>
      </p:bgPr>
    </p:bg>
    <p:spTree>
      <p:nvGrpSpPr>
        <p:cNvPr id="1" name=""/>
        <p:cNvGrpSpPr/>
        <p:nvPr/>
      </p:nvGrpSpPr>
      <p:grpSpPr>
        <a:xfrm>
          <a:off x="0" y="0"/>
          <a:ext cx="0" cy="0"/>
          <a:chOff x="0" y="0"/>
          <a:chExt cx="0" cy="0"/>
        </a:xfrm>
      </p:grpSpPr>
      <p:grpSp>
        <p:nvGrpSpPr>
          <p:cNvPr id="370" name="Grey Background"/>
          <p:cNvGrpSpPr/>
          <p:nvPr/>
        </p:nvGrpSpPr>
        <p:grpSpPr>
          <a:xfrm>
            <a:off x="-2918160" y="-681480"/>
            <a:ext cx="18053280" cy="8226720"/>
            <a:chOff x="-2918160" y="-681480"/>
            <a:chExt cx="18053280" cy="8226720"/>
          </a:xfrm>
        </p:grpSpPr>
        <p:sp>
          <p:nvSpPr>
            <p:cNvPr id="371" name="Background below"/>
            <p:cNvSpPr/>
            <p:nvPr/>
          </p:nvSpPr>
          <p:spPr>
            <a:xfrm>
              <a:off x="-97560" y="6969600"/>
              <a:ext cx="12664800" cy="57528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u="none" strike="noStrike">
                <a:solidFill>
                  <a:schemeClr val="lt1"/>
                </a:solidFill>
                <a:effectLst/>
                <a:uFillTx/>
                <a:latin typeface="Segoe UI"/>
              </a:endParaRPr>
            </a:p>
          </p:txBody>
        </p:sp>
        <p:sp>
          <p:nvSpPr>
            <p:cNvPr id="372" name="Background right"/>
            <p:cNvSpPr/>
            <p:nvPr/>
          </p:nvSpPr>
          <p:spPr>
            <a:xfrm>
              <a:off x="12315240" y="-680760"/>
              <a:ext cx="2819880" cy="8226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u="none" strike="noStrike">
                <a:solidFill>
                  <a:schemeClr val="lt1"/>
                </a:solidFill>
                <a:effectLst/>
                <a:uFillTx/>
                <a:latin typeface="Segoe UI"/>
              </a:endParaRPr>
            </a:p>
          </p:txBody>
        </p:sp>
        <p:sp>
          <p:nvSpPr>
            <p:cNvPr id="373" name="Background left"/>
            <p:cNvSpPr/>
            <p:nvPr/>
          </p:nvSpPr>
          <p:spPr>
            <a:xfrm>
              <a:off x="-2918160" y="-680760"/>
              <a:ext cx="2819880" cy="8226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u="none" strike="noStrike">
                <a:solidFill>
                  <a:schemeClr val="lt1"/>
                </a:solidFill>
                <a:effectLst/>
                <a:uFillTx/>
                <a:latin typeface="Segoe UI"/>
              </a:endParaRPr>
            </a:p>
          </p:txBody>
        </p:sp>
        <p:sp>
          <p:nvSpPr>
            <p:cNvPr id="374" name="Background top"/>
            <p:cNvSpPr/>
            <p:nvPr/>
          </p:nvSpPr>
          <p:spPr>
            <a:xfrm>
              <a:off x="-97560" y="-681480"/>
              <a:ext cx="12664800" cy="57528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GB" sz="1800" b="0" u="none" strike="noStrike">
                <a:solidFill>
                  <a:schemeClr val="lt1"/>
                </a:solidFill>
                <a:effectLst/>
                <a:uFillTx/>
                <a:latin typeface="Segoe UI"/>
              </a:endParaRPr>
            </a:p>
          </p:txBody>
        </p:sp>
      </p:grpSp>
      <p:pic>
        <p:nvPicPr>
          <p:cNvPr id="391" name="Background"/>
          <p:cNvPicPr/>
          <p:nvPr/>
        </p:nvPicPr>
        <p:blipFill>
          <a:blip>
            <a:extLst>
              <a:ext uri="{96DAC541-7B7A-43D3-8B79-37D633B846F1}">
                <asvg:svgBlip xmlns:asvg="http://schemas.microsoft.com/office/drawing/2016/SVG/main" r:embed="rId2"/>
              </a:ext>
            </a:extLst>
          </a:blip>
          <a:stretch/>
        </p:blipFill>
        <p:spPr>
          <a:xfrm>
            <a:off x="0" y="0"/>
            <a:ext cx="12191400" cy="6857280"/>
          </a:xfrm>
          <a:prstGeom prst="rect">
            <a:avLst/>
          </a:prstGeom>
          <a:noFill/>
          <a:ln w="0">
            <a:noFill/>
          </a:ln>
        </p:spPr>
      </p:pic>
      <p:sp>
        <p:nvSpPr>
          <p:cNvPr id="392" name="PlaceHolder 1"/>
          <p:cNvSpPr>
            <a:spLocks noGrp="1"/>
          </p:cNvSpPr>
          <p:nvPr>
            <p:ph type="sldNum" idx="30"/>
          </p:nvPr>
        </p:nvSpPr>
        <p:spPr>
          <a:xfrm>
            <a:off x="11089440" y="6414840"/>
            <a:ext cx="503280" cy="185040"/>
          </a:xfrm>
          <a:prstGeom prst="rect">
            <a:avLst/>
          </a:prstGeom>
          <a:noFill/>
          <a:ln w="0">
            <a:noFill/>
          </a:ln>
        </p:spPr>
        <p:txBody>
          <a:bodyPr lIns="0" tIns="0" rIns="0" bIns="32400" anchor="ctr">
            <a:noAutofit/>
          </a:bodyPr>
          <a:lstStyle>
            <a:lvl1pPr indent="0" algn="r" defTabSz="914400">
              <a:lnSpc>
                <a:spcPct val="100000"/>
              </a:lnSpc>
              <a:buNone/>
              <a:tabLst>
                <a:tab pos="0" algn="l"/>
              </a:tabLst>
              <a:defRPr lang="en-GB" sz="1200" b="1" u="none" strike="noStrike">
                <a:solidFill>
                  <a:schemeClr val="dk1"/>
                </a:solidFill>
                <a:effectLst/>
                <a:uFillTx/>
                <a:latin typeface="Segoe UI"/>
              </a:defRPr>
            </a:lvl1pPr>
          </a:lstStyle>
          <a:p>
            <a:pPr indent="0" algn="r" defTabSz="914400">
              <a:lnSpc>
                <a:spcPct val="100000"/>
              </a:lnSpc>
              <a:buNone/>
              <a:tabLst>
                <a:tab pos="0" algn="l"/>
              </a:tabLst>
            </a:pPr>
            <a:fld id="{D0B43F1F-0400-4CFE-BD1D-2CA2C8016180}" type="slidenum">
              <a:rPr lang="en-GB" sz="1200" b="1" u="none" strike="noStrike">
                <a:solidFill>
                  <a:schemeClr val="dk1"/>
                </a:solidFill>
                <a:effectLst/>
                <a:uFillTx/>
                <a:latin typeface="Segoe UI"/>
              </a:rPr>
              <a:t>‹#›</a:t>
            </a:fld>
            <a:endParaRPr lang="de-DE" sz="1200" b="0" u="none" strike="noStrike">
              <a:solidFill>
                <a:srgbClr val="000000"/>
              </a:solidFill>
              <a:effectLst/>
              <a:uFillTx/>
              <a:latin typeface="Calibri"/>
            </a:endParaRPr>
          </a:p>
        </p:txBody>
      </p:sp>
      <p:sp>
        <p:nvSpPr>
          <p:cNvPr id="393" name="PlaceHolder 2"/>
          <p:cNvSpPr>
            <a:spLocks noGrp="1"/>
          </p:cNvSpPr>
          <p:nvPr>
            <p:ph type="ftr" idx="31"/>
          </p:nvPr>
        </p:nvSpPr>
        <p:spPr>
          <a:xfrm>
            <a:off x="401760" y="6414840"/>
            <a:ext cx="24840" cy="185040"/>
          </a:xfrm>
          <a:prstGeom prst="rect">
            <a:avLst/>
          </a:prstGeom>
          <a:solidFill>
            <a:schemeClr val="dk2"/>
          </a:solidFill>
          <a:ln w="0">
            <a:noFill/>
          </a:ln>
        </p:spPr>
        <p:txBody>
          <a:bodyPr lIns="237600" tIns="0" rIns="0" bIns="32400" anchor="ctr">
            <a:noAutofit/>
          </a:bodyPr>
          <a:lstStyle>
            <a:lvl1pPr indent="0" defTabSz="914400">
              <a:lnSpc>
                <a:spcPct val="100000"/>
              </a:lnSpc>
              <a:buNone/>
              <a:tabLst>
                <a:tab pos="0" algn="l"/>
              </a:tabLst>
              <a:defRPr lang="en-US" sz="1200" b="0" u="none" strike="noStrike">
                <a:solidFill>
                  <a:schemeClr val="dk1"/>
                </a:solidFill>
                <a:effectLst/>
                <a:uFillTx/>
                <a:latin typeface="Segoe UI"/>
              </a:defRPr>
            </a:lvl1pPr>
          </a:lstStyle>
          <a:p>
            <a:pPr indent="0" defTabSz="914400">
              <a:lnSpc>
                <a:spcPct val="100000"/>
              </a:lnSpc>
              <a:buNone/>
              <a:tabLst>
                <a:tab pos="0" algn="l"/>
              </a:tabLst>
            </a:pPr>
            <a:r>
              <a:rPr lang="en-US" sz="1200" b="0" u="none" strike="noStrike">
                <a:solidFill>
                  <a:schemeClr val="dk1"/>
                </a:solidFill>
                <a:effectLst/>
                <a:uFillTx/>
                <a:latin typeface="Segoe UI"/>
              </a:rPr>
              <a:t>&lt;Fußzeile&gt;</a:t>
            </a:r>
            <a:endParaRPr lang="de-DE" sz="1200" b="0" u="none" strike="noStrike">
              <a:solidFill>
                <a:srgbClr val="FFFFFF"/>
              </a:solidFill>
              <a:effectLst/>
              <a:uFillTx/>
              <a:latin typeface="Calibri"/>
            </a:endParaRPr>
          </a:p>
        </p:txBody>
      </p:sp>
      <p:sp>
        <p:nvSpPr>
          <p:cNvPr id="394" name="PlaceHolder 3"/>
          <p:cNvSpPr>
            <a:spLocks noGrp="1"/>
          </p:cNvSpPr>
          <p:nvPr>
            <p:ph type="body" hasCustomPrompt="1"/>
          </p:nvPr>
        </p:nvSpPr>
        <p:spPr>
          <a:xfrm>
            <a:off x="6385320" y="2263680"/>
            <a:ext cx="5407560" cy="3815280"/>
          </a:xfrm>
          <a:prstGeom prst="rect">
            <a:avLst/>
          </a:prstGeom>
          <a:noFill/>
          <a:ln w="0">
            <a:noFill/>
          </a:ln>
        </p:spPr>
        <p:txBody>
          <a:bodyPr lIns="0" tIns="0" rIns="0" bIns="0" numCol="1" spcCol="612000" anchor="t">
            <a:noAutofit/>
          </a:bodyPr>
          <a:lstStyle>
            <a:lvl1pPr indent="0" defTabSz="914400">
              <a:lnSpc>
                <a:spcPct val="113000"/>
              </a:lnSpc>
              <a:buNone/>
              <a:tabLst>
                <a:tab pos="0" algn="l"/>
              </a:tabLst>
              <a:defRPr lang="en-GB" sz="1800" b="0" u="none" strike="noStrike">
                <a:solidFill>
                  <a:schemeClr val="dk1"/>
                </a:solidFill>
                <a:effectLst/>
                <a:uFillTx/>
                <a:latin typeface="Segoe UI"/>
              </a:defRPr>
            </a:lvl1pPr>
            <a:lvl2pPr marL="180000" lvl="1" indent="-180000" defTabSz="914400">
              <a:lnSpc>
                <a:spcPct val="113000"/>
              </a:lnSpc>
              <a:buClr>
                <a:srgbClr val="000000"/>
              </a:buClr>
              <a:buFont typeface="Arial"/>
              <a:buChar char="•"/>
              <a:tabLst>
                <a:tab pos="0" algn="l"/>
              </a:tabLst>
              <a:defRPr lang="en-GB" sz="1800" b="0" u="none" strike="noStrike">
                <a:solidFill>
                  <a:schemeClr val="dk1"/>
                </a:solidFill>
                <a:effectLst/>
                <a:uFillTx/>
                <a:latin typeface="Segoe UI"/>
              </a:defRPr>
            </a:lvl2pPr>
            <a:lvl3pPr marL="388800" lvl="2" indent="-180000" defTabSz="914400">
              <a:lnSpc>
                <a:spcPct val="100000"/>
              </a:lnSpc>
              <a:spcBef>
                <a:spcPts val="201"/>
              </a:spcBef>
              <a:spcAft>
                <a:spcPts val="201"/>
              </a:spcAft>
              <a:buClr>
                <a:srgbClr val="000000"/>
              </a:buClr>
              <a:buFont typeface="Arial"/>
              <a:buChar char="•"/>
              <a:tabLst>
                <a:tab pos="0" algn="l"/>
              </a:tabLst>
              <a:defRPr lang="en-GB" sz="1600" b="0" u="none" strike="noStrike">
                <a:solidFill>
                  <a:schemeClr val="dk1"/>
                </a:solidFill>
                <a:effectLst/>
                <a:uFillTx/>
                <a:latin typeface="Segoe UI"/>
              </a:defRPr>
            </a:lvl3pPr>
            <a:lvl4pPr marL="586800" lvl="3" indent="-172800" defTabSz="914400">
              <a:lnSpc>
                <a:spcPct val="100000"/>
              </a:lnSpc>
              <a:spcBef>
                <a:spcPts val="201"/>
              </a:spcBef>
              <a:spcAft>
                <a:spcPts val="201"/>
              </a:spcAft>
              <a:buClr>
                <a:srgbClr val="000000"/>
              </a:buClr>
              <a:buFont typeface="Arial"/>
              <a:buChar char="•"/>
              <a:tabLst>
                <a:tab pos="0" algn="l"/>
              </a:tabLst>
              <a:defRPr lang="en-GB" sz="1600" b="0" u="none" strike="noStrike">
                <a:solidFill>
                  <a:schemeClr val="dk1"/>
                </a:solidFill>
                <a:effectLst/>
                <a:uFillTx/>
                <a:latin typeface="Segoe UI"/>
              </a:defRPr>
            </a:lvl4pPr>
            <a:lvl5pPr marL="399600" lvl="4" indent="-277200" defTabSz="914400">
              <a:lnSpc>
                <a:spcPct val="113000"/>
              </a:lnSpc>
              <a:buClr>
                <a:srgbClr val="000000"/>
              </a:buClr>
              <a:buFont typeface="Segoe UI Light"/>
              <a:buAutoNum type="arabicPeriod"/>
              <a:tabLst>
                <a:tab pos="0" algn="l"/>
              </a:tabLst>
              <a:defRPr lang="en-GB" sz="1800" b="0" u="none" strike="noStrike">
                <a:solidFill>
                  <a:schemeClr val="dk1"/>
                </a:solidFill>
                <a:effectLst/>
                <a:uFillTx/>
                <a:latin typeface="Segoe UI"/>
              </a:defRPr>
            </a:lvl5pPr>
            <a:lvl6pPr marL="576000" lvl="5" indent="-288000" defTabSz="914400">
              <a:lnSpc>
                <a:spcPct val="113000"/>
              </a:lnSpc>
              <a:spcBef>
                <a:spcPts val="700"/>
              </a:spcBef>
              <a:buClr>
                <a:srgbClr val="000000"/>
              </a:buClr>
              <a:buFont typeface="Segoe UI Light"/>
              <a:buAutoNum type="alphaLcPeriod"/>
              <a:tabLst>
                <a:tab pos="0" algn="l"/>
              </a:tabLst>
              <a:defRPr lang="en-GB" sz="1600" b="0" u="none" strike="noStrike">
                <a:solidFill>
                  <a:schemeClr val="dk1"/>
                </a:solidFill>
                <a:effectLst/>
                <a:uFillTx/>
                <a:latin typeface="Segoe UI"/>
              </a:defRPr>
            </a:lvl6pPr>
            <a:lvl7pPr marL="871200" lvl="6" indent="-288000" defTabSz="914400">
              <a:lnSpc>
                <a:spcPct val="113000"/>
              </a:lnSpc>
              <a:spcBef>
                <a:spcPts val="700"/>
              </a:spcBef>
              <a:buClr>
                <a:srgbClr val="000000"/>
              </a:buClr>
              <a:buFont typeface="Segoe UI Light"/>
              <a:buAutoNum type="romanLcPeriod"/>
              <a:tabLst>
                <a:tab pos="0" algn="l"/>
              </a:tabLst>
              <a:defRPr lang="en-GB" sz="1600" b="0" u="none" strike="noStrike">
                <a:solidFill>
                  <a:schemeClr val="dk1"/>
                </a:solidFill>
                <a:effectLst/>
                <a:uFillTx/>
                <a:latin typeface="Segoe UI"/>
              </a:defRPr>
            </a:lvl7pPr>
            <a:lvl8pPr marL="432000" lvl="7" indent="-349200" defTabSz="914400">
              <a:lnSpc>
                <a:spcPct val="113000"/>
              </a:lnSpc>
              <a:buClr>
                <a:srgbClr val="000000"/>
              </a:buClr>
              <a:buFont typeface="Wingdings 2" charset="2"/>
              <a:buChar char=""/>
              <a:tabLst>
                <a:tab pos="0" algn="l"/>
              </a:tabLst>
              <a:defRPr lang="en-GB" sz="1800" b="0" u="none" strike="noStrike">
                <a:solidFill>
                  <a:schemeClr val="dk1"/>
                </a:solidFill>
                <a:effectLst/>
                <a:uFillTx/>
                <a:latin typeface="Segoe UI"/>
              </a:defRPr>
            </a:lvl8pPr>
            <a:lvl9pPr marL="576000" lvl="8" indent="-349200" defTabSz="914400">
              <a:lnSpc>
                <a:spcPct val="113000"/>
              </a:lnSpc>
              <a:buClr>
                <a:srgbClr val="000000"/>
              </a:buClr>
              <a:buFont typeface="Wingdings 2" charset="2"/>
              <a:buChar char=""/>
              <a:tabLst>
                <a:tab pos="0" algn="l"/>
              </a:tabLst>
              <a:defRPr lang="en-GB" sz="1600" b="0" u="none" strike="noStrike">
                <a:solidFill>
                  <a:schemeClr val="dk1"/>
                </a:solidFill>
                <a:effectLst/>
                <a:uFillTx/>
                <a:latin typeface="Segoe UI"/>
              </a:defRPr>
            </a:lvl9pPr>
          </a:lstStyle>
          <a:p>
            <a:pPr indent="0" defTabSz="914400">
              <a:lnSpc>
                <a:spcPct val="113000"/>
              </a:lnSpc>
              <a:buNone/>
              <a:tabLst>
                <a:tab pos="0" algn="l"/>
              </a:tabLst>
            </a:pPr>
            <a:r>
              <a:rPr lang="en-GB" sz="1800" b="0" u="none" strike="noStrike">
                <a:solidFill>
                  <a:schemeClr val="dk1"/>
                </a:solidFill>
                <a:effectLst/>
                <a:uFillTx/>
                <a:latin typeface="Segoe UI"/>
              </a:rPr>
              <a:t>Please insert your text here. </a:t>
            </a:r>
            <a:br>
              <a:rPr sz="1800"/>
            </a:br>
            <a:r>
              <a:rPr lang="en-GB" sz="1800" b="0" u="none" strike="noStrike">
                <a:solidFill>
                  <a:schemeClr val="dk1"/>
                </a:solidFill>
                <a:effectLst/>
                <a:uFillTx/>
                <a:latin typeface="Segoe UI"/>
              </a:rPr>
              <a:t>For other formats, use the list level. </a:t>
            </a:r>
            <a:endParaRPr lang="de-DE" sz="1800" b="0" u="none" strike="noStrike">
              <a:solidFill>
                <a:schemeClr val="dk1"/>
              </a:solidFill>
              <a:effectLst/>
              <a:uFillTx/>
              <a:latin typeface="Segoe UI"/>
            </a:endParaRPr>
          </a:p>
          <a:p>
            <a:pPr marL="180000" lvl="1" indent="-180000" defTabSz="914400">
              <a:lnSpc>
                <a:spcPct val="113000"/>
              </a:lnSpc>
              <a:buClr>
                <a:srgbClr val="000000"/>
              </a:buClr>
              <a:buFont typeface="Arial"/>
              <a:buChar char="•"/>
              <a:tabLst>
                <a:tab pos="0" algn="l"/>
              </a:tabLst>
            </a:pPr>
            <a:r>
              <a:rPr lang="en-GB" sz="1800" b="0" u="none" strike="noStrike">
                <a:solidFill>
                  <a:schemeClr val="dk1"/>
                </a:solidFill>
                <a:effectLst/>
                <a:uFillTx/>
                <a:latin typeface="Segoe UI"/>
              </a:rPr>
              <a:t>Level 2</a:t>
            </a:r>
            <a:endParaRPr lang="de-DE" sz="1800" b="0" u="none" strike="noStrike">
              <a:solidFill>
                <a:schemeClr val="dk1"/>
              </a:solidFill>
              <a:effectLst/>
              <a:uFillTx/>
              <a:latin typeface="Segoe UI"/>
            </a:endParaRPr>
          </a:p>
          <a:p>
            <a:pPr marL="388800" lvl="2" indent="-180000" defTabSz="914400">
              <a:lnSpc>
                <a:spcPct val="100000"/>
              </a:lnSpc>
              <a:spcBef>
                <a:spcPts val="201"/>
              </a:spcBef>
              <a:spcAft>
                <a:spcPts val="201"/>
              </a:spcAft>
              <a:buClr>
                <a:srgbClr val="000000"/>
              </a:buClr>
              <a:buFont typeface="Arial"/>
              <a:buChar char="•"/>
              <a:tabLst>
                <a:tab pos="0" algn="l"/>
              </a:tabLst>
            </a:pPr>
            <a:r>
              <a:rPr lang="en-GB" sz="1600" b="0" u="none" strike="noStrike">
                <a:solidFill>
                  <a:schemeClr val="dk1"/>
                </a:solidFill>
                <a:effectLst/>
                <a:uFillTx/>
                <a:latin typeface="Segoe UI"/>
              </a:rPr>
              <a:t>Level 3</a:t>
            </a:r>
            <a:endParaRPr lang="de-DE" sz="1600" b="0" u="none" strike="noStrike">
              <a:solidFill>
                <a:schemeClr val="dk1"/>
              </a:solidFill>
              <a:effectLst/>
              <a:uFillTx/>
              <a:latin typeface="Segoe UI"/>
            </a:endParaRPr>
          </a:p>
          <a:p>
            <a:pPr marL="586800" lvl="3" indent="-172800" defTabSz="914400">
              <a:lnSpc>
                <a:spcPct val="100000"/>
              </a:lnSpc>
              <a:spcBef>
                <a:spcPts val="201"/>
              </a:spcBef>
              <a:spcAft>
                <a:spcPts val="201"/>
              </a:spcAft>
              <a:buClr>
                <a:srgbClr val="000000"/>
              </a:buClr>
              <a:buFont typeface="Arial"/>
              <a:buChar char="•"/>
              <a:tabLst>
                <a:tab pos="0" algn="l"/>
              </a:tabLst>
            </a:pPr>
            <a:r>
              <a:rPr lang="en-GB" sz="1600" b="0" u="none" strike="noStrike">
                <a:solidFill>
                  <a:schemeClr val="dk1"/>
                </a:solidFill>
                <a:effectLst/>
                <a:uFillTx/>
                <a:latin typeface="Segoe UI"/>
              </a:rPr>
              <a:t>Level 4</a:t>
            </a:r>
            <a:endParaRPr lang="de-DE" sz="1600" b="0" u="none" strike="noStrike">
              <a:solidFill>
                <a:schemeClr val="dk1"/>
              </a:solidFill>
              <a:effectLst/>
              <a:uFillTx/>
              <a:latin typeface="Segoe UI"/>
            </a:endParaRPr>
          </a:p>
          <a:p>
            <a:pPr marL="399600" lvl="4" indent="-277200" defTabSz="914400">
              <a:lnSpc>
                <a:spcPct val="113000"/>
              </a:lnSpc>
              <a:buClr>
                <a:srgbClr val="000000"/>
              </a:buClr>
              <a:buFont typeface="Segoe UI Light"/>
              <a:buAutoNum type="arabicPeriod"/>
              <a:tabLst>
                <a:tab pos="0" algn="l"/>
              </a:tabLst>
            </a:pPr>
            <a:r>
              <a:rPr lang="en-GB" sz="1800" b="0" u="none" strike="noStrike">
                <a:solidFill>
                  <a:schemeClr val="dk1"/>
                </a:solidFill>
                <a:effectLst/>
                <a:uFillTx/>
                <a:latin typeface="Segoe UI"/>
              </a:rPr>
              <a:t>Level 5</a:t>
            </a:r>
            <a:endParaRPr lang="de-DE" sz="1800" b="0" u="none" strike="noStrike">
              <a:solidFill>
                <a:schemeClr val="dk1"/>
              </a:solidFill>
              <a:effectLst/>
              <a:uFillTx/>
              <a:latin typeface="Segoe UI"/>
            </a:endParaRPr>
          </a:p>
          <a:p>
            <a:pPr marL="576000" lvl="5" indent="-288000" defTabSz="914400">
              <a:lnSpc>
                <a:spcPct val="113000"/>
              </a:lnSpc>
              <a:spcBef>
                <a:spcPts val="700"/>
              </a:spcBef>
              <a:buClr>
                <a:srgbClr val="000000"/>
              </a:buClr>
              <a:buFont typeface="Segoe UI Light"/>
              <a:buAutoNum type="alphaLcPeriod"/>
              <a:tabLst>
                <a:tab pos="0" algn="l"/>
              </a:tabLst>
            </a:pPr>
            <a:r>
              <a:rPr lang="en-GB" sz="1600" b="0" u="none" strike="noStrike">
                <a:solidFill>
                  <a:schemeClr val="dk1"/>
                </a:solidFill>
                <a:effectLst/>
                <a:uFillTx/>
                <a:latin typeface="Segoe UI"/>
              </a:rPr>
              <a:t>Level 6</a:t>
            </a:r>
            <a:endParaRPr lang="de-DE" sz="1600" b="0" u="none" strike="noStrike">
              <a:solidFill>
                <a:schemeClr val="dk1"/>
              </a:solidFill>
              <a:effectLst/>
              <a:uFillTx/>
              <a:latin typeface="Segoe UI"/>
            </a:endParaRPr>
          </a:p>
          <a:p>
            <a:pPr marL="871200" lvl="6" indent="-288000" defTabSz="914400">
              <a:lnSpc>
                <a:spcPct val="113000"/>
              </a:lnSpc>
              <a:spcBef>
                <a:spcPts val="700"/>
              </a:spcBef>
              <a:buClr>
                <a:srgbClr val="000000"/>
              </a:buClr>
              <a:buFont typeface="Segoe UI Light"/>
              <a:buAutoNum type="romanLcPeriod"/>
              <a:tabLst>
                <a:tab pos="0" algn="l"/>
              </a:tabLst>
            </a:pPr>
            <a:r>
              <a:rPr lang="en-GB" sz="1600" b="0" u="none" strike="noStrike">
                <a:solidFill>
                  <a:schemeClr val="dk1"/>
                </a:solidFill>
                <a:effectLst/>
                <a:uFillTx/>
                <a:latin typeface="Segoe UI"/>
              </a:rPr>
              <a:t>Level 7</a:t>
            </a:r>
            <a:endParaRPr lang="de-DE" sz="1600" b="0" u="none" strike="noStrike">
              <a:solidFill>
                <a:schemeClr val="dk1"/>
              </a:solidFill>
              <a:effectLst/>
              <a:uFillTx/>
              <a:latin typeface="Segoe UI"/>
            </a:endParaRPr>
          </a:p>
          <a:p>
            <a:pPr marL="432000" lvl="7" indent="-349200" defTabSz="914400">
              <a:lnSpc>
                <a:spcPct val="113000"/>
              </a:lnSpc>
              <a:buClr>
                <a:srgbClr val="000000"/>
              </a:buClr>
              <a:buFont typeface="Wingdings 2" charset="2"/>
              <a:buChar char=""/>
              <a:tabLst>
                <a:tab pos="0" algn="l"/>
              </a:tabLst>
            </a:pPr>
            <a:r>
              <a:rPr lang="en-GB" sz="1800" b="0" u="none" strike="noStrike">
                <a:solidFill>
                  <a:schemeClr val="dk1"/>
                </a:solidFill>
                <a:effectLst/>
                <a:uFillTx/>
                <a:latin typeface="Segoe UI"/>
              </a:rPr>
              <a:t>Level 8</a:t>
            </a:r>
            <a:endParaRPr lang="de-DE" sz="1800" b="0" u="none" strike="noStrike">
              <a:solidFill>
                <a:schemeClr val="dk1"/>
              </a:solidFill>
              <a:effectLst/>
              <a:uFillTx/>
              <a:latin typeface="Segoe UI"/>
            </a:endParaRPr>
          </a:p>
          <a:p>
            <a:pPr marL="576000" lvl="8" indent="-349200" defTabSz="914400">
              <a:lnSpc>
                <a:spcPct val="113000"/>
              </a:lnSpc>
              <a:buClr>
                <a:srgbClr val="000000"/>
              </a:buClr>
              <a:buFont typeface="Wingdings 2" charset="2"/>
              <a:buChar char=""/>
              <a:tabLst>
                <a:tab pos="0" algn="l"/>
              </a:tabLst>
            </a:pPr>
            <a:r>
              <a:rPr lang="en-GB" sz="1600" b="0" u="none" strike="noStrike">
                <a:solidFill>
                  <a:schemeClr val="dk1"/>
                </a:solidFill>
                <a:effectLst/>
                <a:uFillTx/>
                <a:latin typeface="Segoe UI"/>
              </a:rPr>
              <a:t>Level 9</a:t>
            </a:r>
            <a:endParaRPr lang="de-DE" sz="1600" b="0" u="none" strike="noStrike">
              <a:solidFill>
                <a:schemeClr val="dk1"/>
              </a:solidFill>
              <a:effectLst/>
              <a:uFillTx/>
              <a:latin typeface="Segoe UI"/>
            </a:endParaRPr>
          </a:p>
        </p:txBody>
      </p:sp>
      <p:sp>
        <p:nvSpPr>
          <p:cNvPr id="395" name="PlaceHolder 4"/>
          <p:cNvSpPr>
            <a:spLocks noGrp="1"/>
          </p:cNvSpPr>
          <p:nvPr>
            <p:ph type="body" hasCustomPrompt="1"/>
          </p:nvPr>
        </p:nvSpPr>
        <p:spPr>
          <a:xfrm>
            <a:off x="401760" y="2263680"/>
            <a:ext cx="5405760" cy="3815280"/>
          </a:xfrm>
          <a:prstGeom prst="rect">
            <a:avLst/>
          </a:prstGeom>
          <a:noFill/>
          <a:ln w="0">
            <a:noFill/>
          </a:ln>
        </p:spPr>
        <p:txBody>
          <a:bodyPr lIns="0" tIns="0" rIns="0" bIns="0" numCol="1" spcCol="612000" anchor="t">
            <a:noAutofit/>
          </a:bodyPr>
          <a:lstStyle>
            <a:lvl1pPr indent="0" defTabSz="914400">
              <a:lnSpc>
                <a:spcPct val="113000"/>
              </a:lnSpc>
              <a:buNone/>
              <a:tabLst>
                <a:tab pos="0" algn="l"/>
              </a:tabLst>
              <a:defRPr lang="en-GB" sz="1800" b="0" u="none" strike="noStrike">
                <a:solidFill>
                  <a:schemeClr val="dk1"/>
                </a:solidFill>
                <a:effectLst/>
                <a:uFillTx/>
                <a:latin typeface="Segoe UI"/>
              </a:defRPr>
            </a:lvl1pPr>
            <a:lvl2pPr marL="180000" lvl="1" indent="-180000" defTabSz="914400">
              <a:lnSpc>
                <a:spcPct val="113000"/>
              </a:lnSpc>
              <a:buClr>
                <a:srgbClr val="000000"/>
              </a:buClr>
              <a:buFont typeface="Arial"/>
              <a:buChar char="•"/>
              <a:tabLst>
                <a:tab pos="0" algn="l"/>
              </a:tabLst>
              <a:defRPr lang="en-GB" sz="1800" b="0" u="none" strike="noStrike">
                <a:solidFill>
                  <a:schemeClr val="dk1"/>
                </a:solidFill>
                <a:effectLst/>
                <a:uFillTx/>
                <a:latin typeface="Segoe UI"/>
              </a:defRPr>
            </a:lvl2pPr>
            <a:lvl3pPr marL="388800" lvl="2" indent="-180000" defTabSz="914400">
              <a:lnSpc>
                <a:spcPct val="100000"/>
              </a:lnSpc>
              <a:spcBef>
                <a:spcPts val="201"/>
              </a:spcBef>
              <a:spcAft>
                <a:spcPts val="201"/>
              </a:spcAft>
              <a:buClr>
                <a:srgbClr val="000000"/>
              </a:buClr>
              <a:buFont typeface="Arial"/>
              <a:buChar char="•"/>
              <a:tabLst>
                <a:tab pos="0" algn="l"/>
              </a:tabLst>
              <a:defRPr lang="en-GB" sz="1600" b="0" u="none" strike="noStrike">
                <a:solidFill>
                  <a:schemeClr val="dk1"/>
                </a:solidFill>
                <a:effectLst/>
                <a:uFillTx/>
                <a:latin typeface="Segoe UI"/>
              </a:defRPr>
            </a:lvl3pPr>
            <a:lvl4pPr marL="586800" lvl="3" indent="-172800" defTabSz="914400">
              <a:lnSpc>
                <a:spcPct val="100000"/>
              </a:lnSpc>
              <a:spcBef>
                <a:spcPts val="201"/>
              </a:spcBef>
              <a:spcAft>
                <a:spcPts val="201"/>
              </a:spcAft>
              <a:buClr>
                <a:srgbClr val="000000"/>
              </a:buClr>
              <a:buFont typeface="Arial"/>
              <a:buChar char="•"/>
              <a:tabLst>
                <a:tab pos="0" algn="l"/>
              </a:tabLst>
              <a:defRPr lang="en-GB" sz="1600" b="0" u="none" strike="noStrike">
                <a:solidFill>
                  <a:schemeClr val="dk1"/>
                </a:solidFill>
                <a:effectLst/>
                <a:uFillTx/>
                <a:latin typeface="Segoe UI"/>
              </a:defRPr>
            </a:lvl4pPr>
            <a:lvl5pPr marL="399600" lvl="4" indent="-277200" defTabSz="914400">
              <a:lnSpc>
                <a:spcPct val="113000"/>
              </a:lnSpc>
              <a:buClr>
                <a:srgbClr val="000000"/>
              </a:buClr>
              <a:buFont typeface="Segoe UI Light"/>
              <a:buAutoNum type="arabicPeriod"/>
              <a:tabLst>
                <a:tab pos="0" algn="l"/>
              </a:tabLst>
              <a:defRPr lang="en-GB" sz="1800" b="0" u="none" strike="noStrike">
                <a:solidFill>
                  <a:schemeClr val="dk1"/>
                </a:solidFill>
                <a:effectLst/>
                <a:uFillTx/>
                <a:latin typeface="Segoe UI"/>
              </a:defRPr>
            </a:lvl5pPr>
            <a:lvl6pPr marL="576000" lvl="5" indent="-288000" defTabSz="914400">
              <a:lnSpc>
                <a:spcPct val="113000"/>
              </a:lnSpc>
              <a:spcBef>
                <a:spcPts val="700"/>
              </a:spcBef>
              <a:buClr>
                <a:srgbClr val="000000"/>
              </a:buClr>
              <a:buFont typeface="Segoe UI Light"/>
              <a:buAutoNum type="alphaLcPeriod"/>
              <a:tabLst>
                <a:tab pos="0" algn="l"/>
              </a:tabLst>
              <a:defRPr lang="en-GB" sz="1600" b="0" u="none" strike="noStrike">
                <a:solidFill>
                  <a:schemeClr val="dk1"/>
                </a:solidFill>
                <a:effectLst/>
                <a:uFillTx/>
                <a:latin typeface="Segoe UI"/>
              </a:defRPr>
            </a:lvl6pPr>
            <a:lvl7pPr marL="871200" lvl="6" indent="-288000" defTabSz="914400">
              <a:lnSpc>
                <a:spcPct val="113000"/>
              </a:lnSpc>
              <a:spcBef>
                <a:spcPts val="700"/>
              </a:spcBef>
              <a:buClr>
                <a:srgbClr val="000000"/>
              </a:buClr>
              <a:buFont typeface="Segoe UI Light"/>
              <a:buAutoNum type="romanLcPeriod"/>
              <a:tabLst>
                <a:tab pos="0" algn="l"/>
              </a:tabLst>
              <a:defRPr lang="en-GB" sz="1600" b="0" u="none" strike="noStrike">
                <a:solidFill>
                  <a:schemeClr val="dk1"/>
                </a:solidFill>
                <a:effectLst/>
                <a:uFillTx/>
                <a:latin typeface="Segoe UI"/>
              </a:defRPr>
            </a:lvl7pPr>
            <a:lvl8pPr marL="432000" lvl="7" indent="-349200" defTabSz="914400">
              <a:lnSpc>
                <a:spcPct val="113000"/>
              </a:lnSpc>
              <a:buClr>
                <a:srgbClr val="000000"/>
              </a:buClr>
              <a:buFont typeface="Wingdings 2" charset="2"/>
              <a:buChar char=""/>
              <a:tabLst>
                <a:tab pos="0" algn="l"/>
              </a:tabLst>
              <a:defRPr lang="en-GB" sz="1800" b="0" u="none" strike="noStrike">
                <a:solidFill>
                  <a:schemeClr val="dk1"/>
                </a:solidFill>
                <a:effectLst/>
                <a:uFillTx/>
                <a:latin typeface="Segoe UI"/>
              </a:defRPr>
            </a:lvl8pPr>
            <a:lvl9pPr marL="576000" lvl="8" indent="-349200" defTabSz="914400">
              <a:lnSpc>
                <a:spcPct val="113000"/>
              </a:lnSpc>
              <a:buClr>
                <a:srgbClr val="000000"/>
              </a:buClr>
              <a:buFont typeface="Wingdings 2" charset="2"/>
              <a:buChar char=""/>
              <a:tabLst>
                <a:tab pos="0" algn="l"/>
              </a:tabLst>
              <a:defRPr lang="en-GB" sz="1600" b="0" u="none" strike="noStrike">
                <a:solidFill>
                  <a:schemeClr val="dk1"/>
                </a:solidFill>
                <a:effectLst/>
                <a:uFillTx/>
                <a:latin typeface="Segoe UI"/>
              </a:defRPr>
            </a:lvl9pPr>
          </a:lstStyle>
          <a:p>
            <a:pPr indent="0" defTabSz="914400">
              <a:lnSpc>
                <a:spcPct val="113000"/>
              </a:lnSpc>
              <a:buNone/>
              <a:tabLst>
                <a:tab pos="0" algn="l"/>
              </a:tabLst>
            </a:pPr>
            <a:r>
              <a:rPr lang="en-GB" sz="1800" b="0" u="none" strike="noStrike">
                <a:solidFill>
                  <a:schemeClr val="dk1"/>
                </a:solidFill>
                <a:effectLst/>
                <a:uFillTx/>
                <a:latin typeface="Segoe UI"/>
              </a:rPr>
              <a:t>Please insert your text here. </a:t>
            </a:r>
            <a:br>
              <a:rPr sz="1800"/>
            </a:br>
            <a:r>
              <a:rPr lang="en-GB" sz="1800" b="0" u="none" strike="noStrike">
                <a:solidFill>
                  <a:schemeClr val="dk1"/>
                </a:solidFill>
                <a:effectLst/>
                <a:uFillTx/>
                <a:latin typeface="Segoe UI"/>
              </a:rPr>
              <a:t>For other formats, use the list level. </a:t>
            </a:r>
            <a:endParaRPr lang="de-DE" sz="1800" b="0" u="none" strike="noStrike">
              <a:solidFill>
                <a:schemeClr val="dk1"/>
              </a:solidFill>
              <a:effectLst/>
              <a:uFillTx/>
              <a:latin typeface="Segoe UI"/>
            </a:endParaRPr>
          </a:p>
          <a:p>
            <a:pPr marL="180000" lvl="1" indent="-180000" defTabSz="914400">
              <a:lnSpc>
                <a:spcPct val="113000"/>
              </a:lnSpc>
              <a:buClr>
                <a:srgbClr val="000000"/>
              </a:buClr>
              <a:buFont typeface="Arial"/>
              <a:buChar char="•"/>
              <a:tabLst>
                <a:tab pos="0" algn="l"/>
              </a:tabLst>
            </a:pPr>
            <a:r>
              <a:rPr lang="en-GB" sz="1800" b="0" u="none" strike="noStrike">
                <a:solidFill>
                  <a:schemeClr val="dk1"/>
                </a:solidFill>
                <a:effectLst/>
                <a:uFillTx/>
                <a:latin typeface="Segoe UI"/>
              </a:rPr>
              <a:t>Level 2</a:t>
            </a:r>
            <a:endParaRPr lang="de-DE" sz="1800" b="0" u="none" strike="noStrike">
              <a:solidFill>
                <a:schemeClr val="dk1"/>
              </a:solidFill>
              <a:effectLst/>
              <a:uFillTx/>
              <a:latin typeface="Segoe UI"/>
            </a:endParaRPr>
          </a:p>
          <a:p>
            <a:pPr marL="388800" lvl="2" indent="-180000" defTabSz="914400">
              <a:lnSpc>
                <a:spcPct val="100000"/>
              </a:lnSpc>
              <a:spcBef>
                <a:spcPts val="201"/>
              </a:spcBef>
              <a:spcAft>
                <a:spcPts val="201"/>
              </a:spcAft>
              <a:buClr>
                <a:srgbClr val="000000"/>
              </a:buClr>
              <a:buFont typeface="Arial"/>
              <a:buChar char="•"/>
              <a:tabLst>
                <a:tab pos="0" algn="l"/>
              </a:tabLst>
            </a:pPr>
            <a:r>
              <a:rPr lang="en-GB" sz="1600" b="0" u="none" strike="noStrike">
                <a:solidFill>
                  <a:schemeClr val="dk1"/>
                </a:solidFill>
                <a:effectLst/>
                <a:uFillTx/>
                <a:latin typeface="Segoe UI"/>
              </a:rPr>
              <a:t>Level 3</a:t>
            </a:r>
            <a:endParaRPr lang="de-DE" sz="1600" b="0" u="none" strike="noStrike">
              <a:solidFill>
                <a:schemeClr val="dk1"/>
              </a:solidFill>
              <a:effectLst/>
              <a:uFillTx/>
              <a:latin typeface="Segoe UI"/>
            </a:endParaRPr>
          </a:p>
          <a:p>
            <a:pPr marL="586800" lvl="3" indent="-172800" defTabSz="914400">
              <a:lnSpc>
                <a:spcPct val="100000"/>
              </a:lnSpc>
              <a:spcBef>
                <a:spcPts val="201"/>
              </a:spcBef>
              <a:spcAft>
                <a:spcPts val="201"/>
              </a:spcAft>
              <a:buClr>
                <a:srgbClr val="000000"/>
              </a:buClr>
              <a:buFont typeface="Arial"/>
              <a:buChar char="•"/>
              <a:tabLst>
                <a:tab pos="0" algn="l"/>
              </a:tabLst>
            </a:pPr>
            <a:r>
              <a:rPr lang="en-GB" sz="1600" b="0" u="none" strike="noStrike">
                <a:solidFill>
                  <a:schemeClr val="dk1"/>
                </a:solidFill>
                <a:effectLst/>
                <a:uFillTx/>
                <a:latin typeface="Segoe UI"/>
              </a:rPr>
              <a:t>Level 4</a:t>
            </a:r>
            <a:endParaRPr lang="de-DE" sz="1600" b="0" u="none" strike="noStrike">
              <a:solidFill>
                <a:schemeClr val="dk1"/>
              </a:solidFill>
              <a:effectLst/>
              <a:uFillTx/>
              <a:latin typeface="Segoe UI"/>
            </a:endParaRPr>
          </a:p>
          <a:p>
            <a:pPr marL="399600" lvl="4" indent="-277200" defTabSz="914400">
              <a:lnSpc>
                <a:spcPct val="113000"/>
              </a:lnSpc>
              <a:buClr>
                <a:srgbClr val="000000"/>
              </a:buClr>
              <a:buFont typeface="Segoe UI Light"/>
              <a:buAutoNum type="arabicPeriod"/>
              <a:tabLst>
                <a:tab pos="0" algn="l"/>
              </a:tabLst>
            </a:pPr>
            <a:r>
              <a:rPr lang="en-GB" sz="1800" b="0" u="none" strike="noStrike">
                <a:solidFill>
                  <a:schemeClr val="dk1"/>
                </a:solidFill>
                <a:effectLst/>
                <a:uFillTx/>
                <a:latin typeface="Segoe UI"/>
              </a:rPr>
              <a:t>Level 5</a:t>
            </a:r>
            <a:endParaRPr lang="de-DE" sz="1800" b="0" u="none" strike="noStrike">
              <a:solidFill>
                <a:schemeClr val="dk1"/>
              </a:solidFill>
              <a:effectLst/>
              <a:uFillTx/>
              <a:latin typeface="Segoe UI"/>
            </a:endParaRPr>
          </a:p>
          <a:p>
            <a:pPr marL="576000" lvl="5" indent="-288000" defTabSz="914400">
              <a:lnSpc>
                <a:spcPct val="113000"/>
              </a:lnSpc>
              <a:spcBef>
                <a:spcPts val="700"/>
              </a:spcBef>
              <a:buClr>
                <a:srgbClr val="000000"/>
              </a:buClr>
              <a:buFont typeface="Segoe UI Light"/>
              <a:buAutoNum type="alphaLcPeriod"/>
              <a:tabLst>
                <a:tab pos="0" algn="l"/>
              </a:tabLst>
            </a:pPr>
            <a:r>
              <a:rPr lang="en-GB" sz="1600" b="0" u="none" strike="noStrike">
                <a:solidFill>
                  <a:schemeClr val="dk1"/>
                </a:solidFill>
                <a:effectLst/>
                <a:uFillTx/>
                <a:latin typeface="Segoe UI"/>
              </a:rPr>
              <a:t>Level 6</a:t>
            </a:r>
            <a:endParaRPr lang="de-DE" sz="1600" b="0" u="none" strike="noStrike">
              <a:solidFill>
                <a:schemeClr val="dk1"/>
              </a:solidFill>
              <a:effectLst/>
              <a:uFillTx/>
              <a:latin typeface="Segoe UI"/>
            </a:endParaRPr>
          </a:p>
          <a:p>
            <a:pPr marL="871200" lvl="6" indent="-288000" defTabSz="914400">
              <a:lnSpc>
                <a:spcPct val="113000"/>
              </a:lnSpc>
              <a:spcBef>
                <a:spcPts val="700"/>
              </a:spcBef>
              <a:buClr>
                <a:srgbClr val="000000"/>
              </a:buClr>
              <a:buFont typeface="Segoe UI Light"/>
              <a:buAutoNum type="romanLcPeriod"/>
              <a:tabLst>
                <a:tab pos="0" algn="l"/>
              </a:tabLst>
            </a:pPr>
            <a:r>
              <a:rPr lang="en-GB" sz="1600" b="0" u="none" strike="noStrike">
                <a:solidFill>
                  <a:schemeClr val="dk1"/>
                </a:solidFill>
                <a:effectLst/>
                <a:uFillTx/>
                <a:latin typeface="Segoe UI"/>
              </a:rPr>
              <a:t>Level 7</a:t>
            </a:r>
            <a:endParaRPr lang="de-DE" sz="1600" b="0" u="none" strike="noStrike">
              <a:solidFill>
                <a:schemeClr val="dk1"/>
              </a:solidFill>
              <a:effectLst/>
              <a:uFillTx/>
              <a:latin typeface="Segoe UI"/>
            </a:endParaRPr>
          </a:p>
          <a:p>
            <a:pPr marL="432000" lvl="7" indent="-349200" defTabSz="914400">
              <a:lnSpc>
                <a:spcPct val="113000"/>
              </a:lnSpc>
              <a:buClr>
                <a:srgbClr val="000000"/>
              </a:buClr>
              <a:buFont typeface="Wingdings 2" charset="2"/>
              <a:buChar char=""/>
              <a:tabLst>
                <a:tab pos="0" algn="l"/>
              </a:tabLst>
            </a:pPr>
            <a:r>
              <a:rPr lang="en-GB" sz="1800" b="0" u="none" strike="noStrike">
                <a:solidFill>
                  <a:schemeClr val="dk1"/>
                </a:solidFill>
                <a:effectLst/>
                <a:uFillTx/>
                <a:latin typeface="Segoe UI"/>
              </a:rPr>
              <a:t>Level 8</a:t>
            </a:r>
            <a:endParaRPr lang="de-DE" sz="1800" b="0" u="none" strike="noStrike">
              <a:solidFill>
                <a:schemeClr val="dk1"/>
              </a:solidFill>
              <a:effectLst/>
              <a:uFillTx/>
              <a:latin typeface="Segoe UI"/>
            </a:endParaRPr>
          </a:p>
          <a:p>
            <a:pPr marL="576000" lvl="8" indent="-349200" defTabSz="914400">
              <a:lnSpc>
                <a:spcPct val="113000"/>
              </a:lnSpc>
              <a:buClr>
                <a:srgbClr val="000000"/>
              </a:buClr>
              <a:buFont typeface="Wingdings 2" charset="2"/>
              <a:buChar char=""/>
              <a:tabLst>
                <a:tab pos="0" algn="l"/>
              </a:tabLst>
            </a:pPr>
            <a:r>
              <a:rPr lang="en-GB" sz="1600" b="0" u="none" strike="noStrike">
                <a:solidFill>
                  <a:schemeClr val="dk1"/>
                </a:solidFill>
                <a:effectLst/>
                <a:uFillTx/>
                <a:latin typeface="Segoe UI"/>
              </a:rPr>
              <a:t>Level 9</a:t>
            </a:r>
            <a:endParaRPr lang="de-DE" sz="1600" b="0" u="none" strike="noStrike">
              <a:solidFill>
                <a:schemeClr val="dk1"/>
              </a:solidFill>
              <a:effectLst/>
              <a:uFillTx/>
              <a:latin typeface="Segoe UI"/>
            </a:endParaRPr>
          </a:p>
        </p:txBody>
      </p:sp>
      <p:sp>
        <p:nvSpPr>
          <p:cNvPr id="396" name="PlaceHolder 5"/>
          <p:cNvSpPr>
            <a:spLocks noGrp="1"/>
          </p:cNvSpPr>
          <p:nvPr>
            <p:ph type="title" hasCustomPrompt="1"/>
          </p:nvPr>
        </p:nvSpPr>
        <p:spPr>
          <a:xfrm>
            <a:off x="401760" y="1246320"/>
            <a:ext cx="11391120" cy="863280"/>
          </a:xfrm>
          <a:prstGeom prst="rect">
            <a:avLst/>
          </a:prstGeom>
          <a:noFill/>
          <a:ln w="0">
            <a:noFill/>
          </a:ln>
        </p:spPr>
        <p:txBody>
          <a:bodyPr lIns="0" tIns="0" rIns="0" bIns="0" anchor="t">
            <a:noAutofit/>
          </a:bodyPr>
          <a:lstStyle>
            <a:lvl1pPr indent="0" defTabSz="914400">
              <a:lnSpc>
                <a:spcPct val="100000"/>
              </a:lnSpc>
              <a:buNone/>
              <a:tabLst>
                <a:tab pos="0" algn="l"/>
              </a:tabLst>
              <a:defRPr lang="en-GB" sz="2500" b="1" u="none" strike="noStrike">
                <a:solidFill>
                  <a:schemeClr val="dk2"/>
                </a:solidFill>
                <a:effectLst/>
                <a:uFillTx/>
                <a:latin typeface="Segoe UI"/>
              </a:defRPr>
            </a:lvl1pPr>
          </a:lstStyle>
          <a:p>
            <a:pPr indent="0" defTabSz="914400">
              <a:lnSpc>
                <a:spcPct val="100000"/>
              </a:lnSpc>
              <a:buNone/>
              <a:tabLst>
                <a:tab pos="0" algn="l"/>
              </a:tabLst>
            </a:pPr>
            <a:r>
              <a:rPr lang="en-GB" sz="2500" b="1" u="none" strike="noStrike">
                <a:solidFill>
                  <a:schemeClr val="dk2"/>
                </a:solidFill>
                <a:effectLst/>
                <a:uFillTx/>
                <a:latin typeface="Segoe UI"/>
              </a:rPr>
              <a:t>Headline</a:t>
            </a:r>
            <a:br>
              <a:rPr sz="2500"/>
            </a:br>
            <a:r>
              <a:rPr lang="en-GB" sz="2500" b="1" u="none" strike="noStrike">
                <a:solidFill>
                  <a:schemeClr val="dk2"/>
                </a:solidFill>
                <a:effectLst/>
                <a:uFillTx/>
                <a:latin typeface="Segoe UI"/>
              </a:rPr>
              <a:t>two lines max.</a:t>
            </a:r>
            <a:endParaRPr lang="de-DE" sz="2500" b="1" u="none" strike="noStrike">
              <a:solidFill>
                <a:schemeClr val="dk2"/>
              </a:solidFill>
              <a:effectLst/>
              <a:uFillTx/>
              <a:latin typeface="Segoe UI"/>
            </a:endParaRPr>
          </a:p>
        </p:txBody>
      </p:sp>
    </p:spTree>
    <p:extLst>
      <p:ext uri="{BB962C8B-B14F-4D97-AF65-F5344CB8AC3E}">
        <p14:creationId xmlns:p14="http://schemas.microsoft.com/office/powerpoint/2010/main" val="286975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grpSp>
        <p:nvGrpSpPr>
          <p:cNvPr id="50" name="Grafik"/>
          <p:cNvGrpSpPr>
            <a:grpSpLocks noGrp="1" noUngrp="1" noRot="1" noChangeAspect="1" noMove="1" noResize="1"/>
          </p:cNvGrpSpPr>
          <p:nvPr userDrawn="1"/>
        </p:nvGrpSpPr>
        <p:grpSpPr bwMode="auto">
          <a:xfrm>
            <a:off x="9183688" y="160338"/>
            <a:ext cx="3008312" cy="6697662"/>
            <a:chOff x="5790" y="101"/>
            <a:chExt cx="1895" cy="4219"/>
          </a:xfrm>
        </p:grpSpPr>
        <p:sp>
          <p:nvSpPr>
            <p:cNvPr id="52" name="Freeform 34"/>
            <p:cNvSpPr>
              <a:spLocks noGrp="1" noRot="1" noMove="1" noResize="1" noEditPoints="1" noAdjustHandles="1" noChangeArrowheads="1" noChangeShapeType="1"/>
            </p:cNvSpPr>
            <p:nvPr userDrawn="1"/>
          </p:nvSpPr>
          <p:spPr bwMode="auto">
            <a:xfrm>
              <a:off x="5916"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3" name="Freeform 35"/>
            <p:cNvSpPr>
              <a:spLocks noGrp="1" noRot="1" noMove="1" noResize="1" noEditPoints="1" noAdjustHandles="1" noChangeArrowheads="1" noChangeShapeType="1"/>
            </p:cNvSpPr>
            <p:nvPr userDrawn="1"/>
          </p:nvSpPr>
          <p:spPr bwMode="auto">
            <a:xfrm>
              <a:off x="5916"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4" name="Freeform 36"/>
            <p:cNvSpPr>
              <a:spLocks noGrp="1" noRot="1" noMove="1" noResize="1" noEditPoints="1" noAdjustHandles="1" noChangeArrowheads="1" noChangeShapeType="1"/>
            </p:cNvSpPr>
            <p:nvPr userDrawn="1"/>
          </p:nvSpPr>
          <p:spPr bwMode="auto">
            <a:xfrm>
              <a:off x="5790"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5" name="Freeform 37"/>
            <p:cNvSpPr>
              <a:spLocks noGrp="1" noRot="1" noMove="1" noResize="1" noEditPoints="1" noAdjustHandles="1" noChangeArrowheads="1" noChangeShapeType="1"/>
            </p:cNvSpPr>
            <p:nvPr userDrawn="1"/>
          </p:nvSpPr>
          <p:spPr bwMode="auto">
            <a:xfrm>
              <a:off x="7432" y="199"/>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6" name="Freeform 38"/>
            <p:cNvSpPr>
              <a:spLocks noGrp="1" noRot="1" noMove="1" noResize="1" noEditPoints="1" noAdjustHandles="1" noChangeArrowheads="1" noChangeShapeType="1"/>
            </p:cNvSpPr>
            <p:nvPr userDrawn="1"/>
          </p:nvSpPr>
          <p:spPr bwMode="auto">
            <a:xfrm>
              <a:off x="7306" y="297"/>
              <a:ext cx="126" cy="197"/>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7" name="Freeform 39"/>
            <p:cNvSpPr>
              <a:spLocks noGrp="1" noRot="1" noMove="1" noResize="1" noEditPoints="1" noAdjustHandles="1" noChangeArrowheads="1" noChangeShapeType="1"/>
            </p:cNvSpPr>
            <p:nvPr userDrawn="1"/>
          </p:nvSpPr>
          <p:spPr bwMode="auto">
            <a:xfrm>
              <a:off x="7180" y="199"/>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8" name="Freeform 40"/>
            <p:cNvSpPr>
              <a:spLocks noGrp="1" noRot="1" noMove="1" noResize="1" noEditPoints="1" noAdjustHandles="1" noChangeArrowheads="1" noChangeShapeType="1"/>
            </p:cNvSpPr>
            <p:nvPr userDrawn="1"/>
          </p:nvSpPr>
          <p:spPr bwMode="auto">
            <a:xfrm>
              <a:off x="7432" y="101"/>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59" name="Freeform 41"/>
            <p:cNvSpPr>
              <a:spLocks noGrp="1" noRot="1" noMove="1" noResize="1" noEditPoints="1" noAdjustHandles="1" noChangeArrowheads="1" noChangeShapeType="1"/>
            </p:cNvSpPr>
            <p:nvPr userDrawn="1"/>
          </p:nvSpPr>
          <p:spPr bwMode="auto">
            <a:xfrm>
              <a:off x="7306" y="101"/>
              <a:ext cx="126"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0" name="Freeform 42"/>
            <p:cNvSpPr>
              <a:spLocks noGrp="1" noRot="1" noMove="1" noResize="1" noEditPoints="1" noAdjustHandles="1" noChangeArrowheads="1" noChangeShapeType="1"/>
            </p:cNvSpPr>
            <p:nvPr userDrawn="1"/>
          </p:nvSpPr>
          <p:spPr bwMode="auto">
            <a:xfrm>
              <a:off x="7180" y="101"/>
              <a:ext cx="126"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EF3A8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1" name="Freeform 43"/>
            <p:cNvSpPr>
              <a:spLocks noGrp="1" noRot="1" noMove="1" noResize="1" noEditPoints="1" noAdjustHandles="1" noChangeArrowheads="1" noChangeShapeType="1"/>
            </p:cNvSpPr>
            <p:nvPr userDrawn="1"/>
          </p:nvSpPr>
          <p:spPr bwMode="auto">
            <a:xfrm>
              <a:off x="7306" y="395"/>
              <a:ext cx="126"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2" name="Freeform 44"/>
            <p:cNvSpPr>
              <a:spLocks noGrp="1" noRot="1" noMove="1" noResize="1" noEditPoints="1" noAdjustHandles="1" noChangeArrowheads="1" noChangeShapeType="1"/>
            </p:cNvSpPr>
            <p:nvPr userDrawn="1"/>
          </p:nvSpPr>
          <p:spPr bwMode="auto">
            <a:xfrm>
              <a:off x="7180" y="395"/>
              <a:ext cx="126" cy="197"/>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6CACDC"/>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3" name="Freeform 45"/>
            <p:cNvSpPr>
              <a:spLocks noGrp="1" noRot="1" noMove="1" noResize="1" noEditPoints="1" noAdjustHandles="1" noChangeArrowheads="1" noChangeShapeType="1"/>
            </p:cNvSpPr>
            <p:nvPr userDrawn="1"/>
          </p:nvSpPr>
          <p:spPr bwMode="auto">
            <a:xfrm>
              <a:off x="6927" y="297"/>
              <a:ext cx="126" cy="197"/>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4" name="Freeform 46"/>
            <p:cNvSpPr>
              <a:spLocks noGrp="1" noRot="1" noMove="1" noResize="1" noEditPoints="1" noAdjustHandles="1" noChangeArrowheads="1" noChangeShapeType="1"/>
            </p:cNvSpPr>
            <p:nvPr userDrawn="1"/>
          </p:nvSpPr>
          <p:spPr bwMode="auto">
            <a:xfrm>
              <a:off x="6801" y="199"/>
              <a:ext cx="126" cy="196"/>
            </a:xfrm>
            <a:custGeom>
              <a:avLst/>
              <a:gdLst>
                <a:gd name="T0" fmla="*/ 554 w 554"/>
                <a:gd name="T1" fmla="*/ 433 h 866"/>
                <a:gd name="T2" fmla="*/ 0 w 554"/>
                <a:gd name="T3" fmla="*/ 866 h 866"/>
                <a:gd name="T4" fmla="*/ 0 w 554"/>
                <a:gd name="T5" fmla="*/ 433 h 866"/>
                <a:gd name="T6" fmla="*/ 0 w 554"/>
                <a:gd name="T7" fmla="*/ 0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866"/>
                  </a:lnTo>
                  <a:lnTo>
                    <a:pt x="0" y="433"/>
                  </a:lnTo>
                  <a:lnTo>
                    <a:pt x="0" y="0"/>
                  </a:lnTo>
                  <a:lnTo>
                    <a:pt x="554" y="433"/>
                  </a:lnTo>
                  <a:close/>
                </a:path>
              </a:pathLst>
            </a:custGeom>
            <a:solidFill>
              <a:srgbClr val="C138A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5" name="Freeform 47"/>
            <p:cNvSpPr>
              <a:spLocks noGrp="1" noRot="1" noMove="1" noResize="1" noEditPoints="1" noAdjustHandles="1" noChangeArrowheads="1" noChangeShapeType="1"/>
            </p:cNvSpPr>
            <p:nvPr userDrawn="1"/>
          </p:nvSpPr>
          <p:spPr bwMode="auto">
            <a:xfrm>
              <a:off x="6548" y="395"/>
              <a:ext cx="126" cy="197"/>
            </a:xfrm>
            <a:custGeom>
              <a:avLst/>
              <a:gdLst>
                <a:gd name="T0" fmla="*/ 0 w 554"/>
                <a:gd name="T1" fmla="*/ 0 h 866"/>
                <a:gd name="T2" fmla="*/ 0 w 554"/>
                <a:gd name="T3" fmla="*/ 433 h 866"/>
                <a:gd name="T4" fmla="*/ 0 w 554"/>
                <a:gd name="T5" fmla="*/ 866 h 866"/>
                <a:gd name="T6" fmla="*/ 554 w 554"/>
                <a:gd name="T7" fmla="*/ 433 h 866"/>
                <a:gd name="T8" fmla="*/ 0 w 554"/>
                <a:gd name="T9" fmla="*/ 0 h 866"/>
              </a:gdLst>
              <a:ahLst/>
              <a:cxnLst>
                <a:cxn ang="0">
                  <a:pos x="T0" y="T1"/>
                </a:cxn>
                <a:cxn ang="0">
                  <a:pos x="T2" y="T3"/>
                </a:cxn>
                <a:cxn ang="0">
                  <a:pos x="T4" y="T5"/>
                </a:cxn>
                <a:cxn ang="0">
                  <a:pos x="T6" y="T7"/>
                </a:cxn>
                <a:cxn ang="0">
                  <a:pos x="T8" y="T9"/>
                </a:cxn>
              </a:cxnLst>
              <a:rect l="0" t="0" r="r" b="b"/>
              <a:pathLst>
                <a:path w="554" h="866" extrusionOk="0">
                  <a:moveTo>
                    <a:pt x="0" y="0"/>
                  </a:moveTo>
                  <a:lnTo>
                    <a:pt x="0" y="433"/>
                  </a:lnTo>
                  <a:lnTo>
                    <a:pt x="0" y="866"/>
                  </a:lnTo>
                  <a:lnTo>
                    <a:pt x="554" y="433"/>
                  </a:lnTo>
                  <a:lnTo>
                    <a:pt x="0" y="0"/>
                  </a:lnTo>
                  <a:close/>
                </a:path>
              </a:pathLst>
            </a:custGeom>
            <a:solidFill>
              <a:srgbClr val="DCF6F6"/>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6" name="Freeform 48"/>
            <p:cNvSpPr>
              <a:spLocks noGrp="1" noRot="1" noMove="1" noResize="1" noEditPoints="1" noAdjustHandles="1" noChangeArrowheads="1" noChangeShapeType="1"/>
            </p:cNvSpPr>
            <p:nvPr userDrawn="1"/>
          </p:nvSpPr>
          <p:spPr bwMode="auto">
            <a:xfrm>
              <a:off x="6422" y="395"/>
              <a:ext cx="126" cy="197"/>
            </a:xfrm>
            <a:custGeom>
              <a:avLst/>
              <a:gdLst>
                <a:gd name="T0" fmla="*/ 0 w 555"/>
                <a:gd name="T1" fmla="*/ 433 h 866"/>
                <a:gd name="T2" fmla="*/ 555 w 555"/>
                <a:gd name="T3" fmla="*/ 866 h 866"/>
                <a:gd name="T4" fmla="*/ 555 w 555"/>
                <a:gd name="T5" fmla="*/ 433 h 866"/>
                <a:gd name="T6" fmla="*/ 555 w 555"/>
                <a:gd name="T7" fmla="*/ 0 h 866"/>
                <a:gd name="T8" fmla="*/ 0 w 555"/>
                <a:gd name="T9" fmla="*/ 433 h 866"/>
              </a:gdLst>
              <a:ahLst/>
              <a:cxnLst>
                <a:cxn ang="0">
                  <a:pos x="T0" y="T1"/>
                </a:cxn>
                <a:cxn ang="0">
                  <a:pos x="T2" y="T3"/>
                </a:cxn>
                <a:cxn ang="0">
                  <a:pos x="T4" y="T5"/>
                </a:cxn>
                <a:cxn ang="0">
                  <a:pos x="T6" y="T7"/>
                </a:cxn>
                <a:cxn ang="0">
                  <a:pos x="T8" y="T9"/>
                </a:cxn>
              </a:cxnLst>
              <a:rect l="0" t="0" r="r" b="b"/>
              <a:pathLst>
                <a:path w="555" h="866" extrusionOk="0">
                  <a:moveTo>
                    <a:pt x="0" y="433"/>
                  </a:moveTo>
                  <a:lnTo>
                    <a:pt x="555" y="866"/>
                  </a:lnTo>
                  <a:lnTo>
                    <a:pt x="555" y="433"/>
                  </a:lnTo>
                  <a:lnTo>
                    <a:pt x="555" y="0"/>
                  </a:lnTo>
                  <a:lnTo>
                    <a:pt x="0" y="433"/>
                  </a:lnTo>
                  <a:close/>
                </a:path>
              </a:pathLst>
            </a:custGeom>
            <a:solidFill>
              <a:srgbClr val="0025AA"/>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7" name="Freeform 49"/>
            <p:cNvSpPr>
              <a:spLocks noGrp="1" noRot="1" noMove="1" noResize="1" noEditPoints="1" noAdjustHandles="1" noChangeArrowheads="1" noChangeShapeType="1"/>
            </p:cNvSpPr>
            <p:nvPr userDrawn="1"/>
          </p:nvSpPr>
          <p:spPr bwMode="auto">
            <a:xfrm>
              <a:off x="7053" y="199"/>
              <a:ext cx="127" cy="196"/>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3B91D0"/>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8" name="Freeform 50"/>
            <p:cNvSpPr>
              <a:spLocks noGrp="1" noRot="1" noMove="1" noResize="1" noEditPoints="1" noAdjustHandles="1" noChangeArrowheads="1" noChangeShapeType="1"/>
            </p:cNvSpPr>
            <p:nvPr userDrawn="1"/>
          </p:nvSpPr>
          <p:spPr bwMode="auto">
            <a:xfrm>
              <a:off x="6674" y="297"/>
              <a:ext cx="127" cy="197"/>
            </a:xfrm>
            <a:custGeom>
              <a:avLst/>
              <a:gdLst>
                <a:gd name="T0" fmla="*/ 0 w 554"/>
                <a:gd name="T1" fmla="*/ 866 h 866"/>
                <a:gd name="T2" fmla="*/ 0 w 554"/>
                <a:gd name="T3" fmla="*/ 433 h 866"/>
                <a:gd name="T4" fmla="*/ 0 w 554"/>
                <a:gd name="T5" fmla="*/ 0 h 866"/>
                <a:gd name="T6" fmla="*/ 554 w 554"/>
                <a:gd name="T7" fmla="*/ 433 h 866"/>
                <a:gd name="T8" fmla="*/ 0 w 554"/>
                <a:gd name="T9" fmla="*/ 866 h 866"/>
              </a:gdLst>
              <a:ahLst/>
              <a:cxnLst>
                <a:cxn ang="0">
                  <a:pos x="T0" y="T1"/>
                </a:cxn>
                <a:cxn ang="0">
                  <a:pos x="T2" y="T3"/>
                </a:cxn>
                <a:cxn ang="0">
                  <a:pos x="T4" y="T5"/>
                </a:cxn>
                <a:cxn ang="0">
                  <a:pos x="T6" y="T7"/>
                </a:cxn>
                <a:cxn ang="0">
                  <a:pos x="T8" y="T9"/>
                </a:cxn>
              </a:cxnLst>
              <a:rect l="0" t="0" r="r" b="b"/>
              <a:pathLst>
                <a:path w="554" h="866" extrusionOk="0">
                  <a:moveTo>
                    <a:pt x="0" y="866"/>
                  </a:moveTo>
                  <a:lnTo>
                    <a:pt x="0" y="433"/>
                  </a:lnTo>
                  <a:lnTo>
                    <a:pt x="0" y="0"/>
                  </a:lnTo>
                  <a:lnTo>
                    <a:pt x="554" y="433"/>
                  </a:lnTo>
                  <a:lnTo>
                    <a:pt x="0" y="866"/>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69" name="Freeform 51"/>
            <p:cNvSpPr>
              <a:spLocks noGrp="1" noRot="1" noMove="1" noResize="1" noEditPoints="1" noAdjustHandles="1" noChangeArrowheads="1" noChangeShapeType="1"/>
            </p:cNvSpPr>
            <p:nvPr userDrawn="1"/>
          </p:nvSpPr>
          <p:spPr bwMode="auto">
            <a:xfrm>
              <a:off x="6548" y="297"/>
              <a:ext cx="126" cy="197"/>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0" name="Freeform 52"/>
            <p:cNvSpPr>
              <a:spLocks noGrp="1" noRot="1" noMove="1" noResize="1" noEditPoints="1" noAdjustHandles="1" noChangeArrowheads="1" noChangeShapeType="1"/>
            </p:cNvSpPr>
            <p:nvPr userDrawn="1"/>
          </p:nvSpPr>
          <p:spPr bwMode="auto">
            <a:xfrm>
              <a:off x="6422" y="297"/>
              <a:ext cx="126" cy="197"/>
            </a:xfrm>
            <a:custGeom>
              <a:avLst/>
              <a:gdLst>
                <a:gd name="T0" fmla="*/ 555 w 555"/>
                <a:gd name="T1" fmla="*/ 433 h 866"/>
                <a:gd name="T2" fmla="*/ 0 w 555"/>
                <a:gd name="T3" fmla="*/ 866 h 866"/>
                <a:gd name="T4" fmla="*/ 0 w 555"/>
                <a:gd name="T5" fmla="*/ 433 h 866"/>
                <a:gd name="T6" fmla="*/ 0 w 555"/>
                <a:gd name="T7" fmla="*/ 0 h 866"/>
                <a:gd name="T8" fmla="*/ 555 w 555"/>
                <a:gd name="T9" fmla="*/ 433 h 866"/>
              </a:gdLst>
              <a:ahLst/>
              <a:cxnLst>
                <a:cxn ang="0">
                  <a:pos x="T0" y="T1"/>
                </a:cxn>
                <a:cxn ang="0">
                  <a:pos x="T2" y="T3"/>
                </a:cxn>
                <a:cxn ang="0">
                  <a:pos x="T4" y="T5"/>
                </a:cxn>
                <a:cxn ang="0">
                  <a:pos x="T6" y="T7"/>
                </a:cxn>
                <a:cxn ang="0">
                  <a:pos x="T8" y="T9"/>
                </a:cxn>
              </a:cxnLst>
              <a:rect l="0" t="0" r="r" b="b"/>
              <a:pathLst>
                <a:path w="555" h="866" extrusionOk="0">
                  <a:moveTo>
                    <a:pt x="555" y="433"/>
                  </a:moveTo>
                  <a:lnTo>
                    <a:pt x="0" y="866"/>
                  </a:lnTo>
                  <a:lnTo>
                    <a:pt x="0" y="433"/>
                  </a:lnTo>
                  <a:lnTo>
                    <a:pt x="0" y="0"/>
                  </a:lnTo>
                  <a:lnTo>
                    <a:pt x="555" y="433"/>
                  </a:lnTo>
                  <a:close/>
                </a:path>
              </a:pathLst>
            </a:custGeom>
            <a:solidFill>
              <a:srgbClr val="7BCBD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1" name="Freeform 53"/>
            <p:cNvSpPr>
              <a:spLocks noGrp="1" noRot="1" noMove="1" noResize="1" noEditPoints="1" noAdjustHandles="1" noChangeArrowheads="1" noChangeShapeType="1"/>
            </p:cNvSpPr>
            <p:nvPr userDrawn="1"/>
          </p:nvSpPr>
          <p:spPr bwMode="auto">
            <a:xfrm>
              <a:off x="6169" y="199"/>
              <a:ext cx="126" cy="196"/>
            </a:xfrm>
            <a:custGeom>
              <a:avLst/>
              <a:gdLst>
                <a:gd name="T0" fmla="*/ 0 w 554"/>
                <a:gd name="T1" fmla="*/ 433 h 866"/>
                <a:gd name="T2" fmla="*/ 554 w 554"/>
                <a:gd name="T3" fmla="*/ 866 h 866"/>
                <a:gd name="T4" fmla="*/ 554 w 554"/>
                <a:gd name="T5" fmla="*/ 433 h 866"/>
                <a:gd name="T6" fmla="*/ 554 w 554"/>
                <a:gd name="T7" fmla="*/ 0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866"/>
                  </a:lnTo>
                  <a:lnTo>
                    <a:pt x="554" y="433"/>
                  </a:lnTo>
                  <a:lnTo>
                    <a:pt x="554" y="0"/>
                  </a:lnTo>
                  <a:lnTo>
                    <a:pt x="0" y="433"/>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2" name="Freeform 54"/>
            <p:cNvSpPr>
              <a:spLocks noGrp="1" noRot="1" noMove="1" noResize="1" noEditPoints="1" noAdjustHandles="1" noChangeArrowheads="1" noChangeShapeType="1"/>
            </p:cNvSpPr>
            <p:nvPr userDrawn="1"/>
          </p:nvSpPr>
          <p:spPr bwMode="auto">
            <a:xfrm>
              <a:off x="7559" y="3927"/>
              <a:ext cx="126"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0A75C4"/>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3" name="Freeform 55"/>
            <p:cNvSpPr>
              <a:spLocks noGrp="1" noRot="1" noMove="1" noResize="1" noEditPoints="1" noAdjustHandles="1" noChangeArrowheads="1" noChangeShapeType="1"/>
            </p:cNvSpPr>
            <p:nvPr userDrawn="1"/>
          </p:nvSpPr>
          <p:spPr bwMode="auto">
            <a:xfrm>
              <a:off x="7432" y="3731"/>
              <a:ext cx="127" cy="196"/>
            </a:xfrm>
            <a:custGeom>
              <a:avLst/>
              <a:gdLst>
                <a:gd name="T0" fmla="*/ 0 w 554"/>
                <a:gd name="T1" fmla="*/ 433 h 866"/>
                <a:gd name="T2" fmla="*/ 554 w 554"/>
                <a:gd name="T3" fmla="*/ 0 h 866"/>
                <a:gd name="T4" fmla="*/ 554 w 554"/>
                <a:gd name="T5" fmla="*/ 433 h 866"/>
                <a:gd name="T6" fmla="*/ 554 w 554"/>
                <a:gd name="T7" fmla="*/ 866 h 866"/>
                <a:gd name="T8" fmla="*/ 0 w 554"/>
                <a:gd name="T9" fmla="*/ 433 h 866"/>
              </a:gdLst>
              <a:ahLst/>
              <a:cxnLst>
                <a:cxn ang="0">
                  <a:pos x="T0" y="T1"/>
                </a:cxn>
                <a:cxn ang="0">
                  <a:pos x="T2" y="T3"/>
                </a:cxn>
                <a:cxn ang="0">
                  <a:pos x="T4" y="T5"/>
                </a:cxn>
                <a:cxn ang="0">
                  <a:pos x="T6" y="T7"/>
                </a:cxn>
                <a:cxn ang="0">
                  <a:pos x="T8" y="T9"/>
                </a:cxn>
              </a:cxnLst>
              <a:rect l="0" t="0" r="r" b="b"/>
              <a:pathLst>
                <a:path w="554" h="866" extrusionOk="0">
                  <a:moveTo>
                    <a:pt x="0" y="433"/>
                  </a:moveTo>
                  <a:lnTo>
                    <a:pt x="554" y="0"/>
                  </a:lnTo>
                  <a:lnTo>
                    <a:pt x="554" y="433"/>
                  </a:lnTo>
                  <a:lnTo>
                    <a:pt x="554" y="866"/>
                  </a:lnTo>
                  <a:lnTo>
                    <a:pt x="0" y="433"/>
                  </a:lnTo>
                  <a:close/>
                </a:path>
              </a:pathLst>
            </a:custGeom>
            <a:solidFill>
              <a:srgbClr val="50D1D1"/>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4" name="Freeform 56"/>
            <p:cNvSpPr>
              <a:spLocks noGrp="1" noRot="1" noMove="1" noResize="1" noEditPoints="1" noAdjustHandles="1" noChangeArrowheads="1" noChangeShapeType="1"/>
            </p:cNvSpPr>
            <p:nvPr userDrawn="1"/>
          </p:nvSpPr>
          <p:spPr bwMode="auto">
            <a:xfrm>
              <a:off x="7559" y="3633"/>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ACEA1F"/>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5" name="Freeform 57"/>
            <p:cNvSpPr>
              <a:spLocks noGrp="1" noRot="1" noMove="1" noResize="1" noEditPoints="1" noAdjustHandles="1" noChangeArrowheads="1" noChangeShapeType="1"/>
            </p:cNvSpPr>
            <p:nvPr userDrawn="1"/>
          </p:nvSpPr>
          <p:spPr bwMode="auto">
            <a:xfrm>
              <a:off x="7432" y="3829"/>
              <a:ext cx="127" cy="197"/>
            </a:xfrm>
            <a:custGeom>
              <a:avLst/>
              <a:gdLst>
                <a:gd name="T0" fmla="*/ 554 w 554"/>
                <a:gd name="T1" fmla="*/ 433 h 866"/>
                <a:gd name="T2" fmla="*/ 0 w 554"/>
                <a:gd name="T3" fmla="*/ 0 h 866"/>
                <a:gd name="T4" fmla="*/ 0 w 554"/>
                <a:gd name="T5" fmla="*/ 433 h 866"/>
                <a:gd name="T6" fmla="*/ 0 w 554"/>
                <a:gd name="T7" fmla="*/ 866 h 866"/>
                <a:gd name="T8" fmla="*/ 554 w 554"/>
                <a:gd name="T9" fmla="*/ 433 h 866"/>
              </a:gdLst>
              <a:ahLst/>
              <a:cxnLst>
                <a:cxn ang="0">
                  <a:pos x="T0" y="T1"/>
                </a:cxn>
                <a:cxn ang="0">
                  <a:pos x="T2" y="T3"/>
                </a:cxn>
                <a:cxn ang="0">
                  <a:pos x="T4" y="T5"/>
                </a:cxn>
                <a:cxn ang="0">
                  <a:pos x="T6" y="T7"/>
                </a:cxn>
                <a:cxn ang="0">
                  <a:pos x="T8" y="T9"/>
                </a:cxn>
              </a:cxnLst>
              <a:rect l="0" t="0" r="r" b="b"/>
              <a:pathLst>
                <a:path w="554" h="866" extrusionOk="0">
                  <a:moveTo>
                    <a:pt x="554" y="433"/>
                  </a:moveTo>
                  <a:lnTo>
                    <a:pt x="0" y="0"/>
                  </a:lnTo>
                  <a:lnTo>
                    <a:pt x="0" y="433"/>
                  </a:lnTo>
                  <a:lnTo>
                    <a:pt x="0" y="866"/>
                  </a:lnTo>
                  <a:lnTo>
                    <a:pt x="554" y="433"/>
                  </a:lnTo>
                  <a:close/>
                </a:path>
              </a:pathLst>
            </a:custGeom>
            <a:solidFill>
              <a:srgbClr val="23A9C9"/>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6" name="Freeform 58"/>
            <p:cNvSpPr>
              <a:spLocks noGrp="1" noRot="1" noMove="1" noResize="1" noEditPoints="1" noAdjustHandles="1" noChangeArrowheads="1" noChangeShapeType="1"/>
            </p:cNvSpPr>
            <p:nvPr userDrawn="1"/>
          </p:nvSpPr>
          <p:spPr bwMode="auto">
            <a:xfrm>
              <a:off x="7432" y="4124"/>
              <a:ext cx="127"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7E3FA8"/>
            </a:solidFill>
            <a:ln>
              <a:noFill/>
            </a:ln>
          </p:spPr>
          <p:txBody>
            <a:bodyPr vert="horz" wrap="square" lIns="91440" tIns="45720" rIns="91440" bIns="45720" numCol="1" anchor="t" anchorCtr="0" compatLnSpc="1">
              <a:prstTxWarp prst="textNoShape">
                <a:avLst/>
              </a:prstTxWarp>
            </a:bodyPr>
            <a:lstStyle/>
            <a:p>
              <a:pPr>
                <a:defRPr/>
              </a:pPr>
              <a:endParaRPr lang="de-DE"/>
            </a:p>
          </p:txBody>
        </p:sp>
        <p:sp>
          <p:nvSpPr>
            <p:cNvPr id="77" name="Freeform 59"/>
            <p:cNvSpPr>
              <a:spLocks noGrp="1" noRot="1" noMove="1" noResize="1" noEditPoints="1" noAdjustHandles="1" noChangeArrowheads="1" noChangeShapeType="1"/>
            </p:cNvSpPr>
            <p:nvPr userDrawn="1"/>
          </p:nvSpPr>
          <p:spPr bwMode="auto">
            <a:xfrm>
              <a:off x="7559" y="4026"/>
              <a:ext cx="126" cy="196"/>
            </a:xfrm>
            <a:custGeom>
              <a:avLst/>
              <a:gdLst>
                <a:gd name="T0" fmla="*/ 554 w 554"/>
                <a:gd name="T1" fmla="*/ 866 h 866"/>
                <a:gd name="T2" fmla="*/ 554 w 554"/>
                <a:gd name="T3" fmla="*/ 433 h 866"/>
                <a:gd name="T4" fmla="*/ 554 w 554"/>
                <a:gd name="T5" fmla="*/ 0 h 866"/>
                <a:gd name="T6" fmla="*/ 0 w 554"/>
                <a:gd name="T7" fmla="*/ 433 h 866"/>
                <a:gd name="T8" fmla="*/ 554 w 554"/>
                <a:gd name="T9" fmla="*/ 866 h 866"/>
              </a:gdLst>
              <a:ahLst/>
              <a:cxnLst>
                <a:cxn ang="0">
                  <a:pos x="T0" y="T1"/>
                </a:cxn>
                <a:cxn ang="0">
                  <a:pos x="T2" y="T3"/>
                </a:cxn>
                <a:cxn ang="0">
                  <a:pos x="T4" y="T5"/>
                </a:cxn>
                <a:cxn ang="0">
                  <a:pos x="T6" y="T7"/>
                </a:cxn>
                <a:cxn ang="0">
                  <a:pos x="T8" y="T9"/>
                </a:cxn>
              </a:cxnLst>
              <a:rect l="0" t="0" r="r" b="b"/>
              <a:pathLst>
                <a:path w="554" h="866" extrusionOk="0">
                  <a:moveTo>
                    <a:pt x="554" y="866"/>
                  </a:moveTo>
                  <a:lnTo>
                    <a:pt x="554" y="433"/>
                  </a:lnTo>
                  <a:lnTo>
                    <a:pt x="554" y="0"/>
                  </a:lnTo>
                  <a:lnTo>
                    <a:pt x="0" y="433"/>
                  </a:lnTo>
                  <a:lnTo>
                    <a:pt x="554" y="866"/>
                  </a:lnTo>
                  <a:close/>
                </a:path>
              </a:pathLst>
            </a:custGeom>
            <a:solidFill>
              <a:srgbClr val="A7DCE9"/>
            </a:solidFill>
            <a:ln>
              <a:noFill/>
            </a:ln>
          </p:spPr>
          <p:txBody>
            <a:bodyPr vert="horz" wrap="square" lIns="91440" tIns="45720" rIns="91440" bIns="45720" numCol="1" anchor="t" anchorCtr="0" compatLnSpc="1">
              <a:prstTxWarp prst="textNoShape">
                <a:avLst/>
              </a:prstTxWarp>
            </a:bodyPr>
            <a:lstStyle/>
            <a:p>
              <a:pPr>
                <a:defRPr/>
              </a:pPr>
              <a:endParaRPr lang="de-DE"/>
            </a:p>
          </p:txBody>
        </p:sp>
      </p:grpSp>
      <p:pic>
        <p:nvPicPr>
          <p:cNvPr id="16" name="UNIVERSITÄT PADERBORN Logo"/>
          <p:cNvPicPr>
            <a:picLocks noGrp="1" noRot="1" noChangeAspect="1" noMove="1" noResize="1" noEditPoints="1" noAdjustHandles="1" noChangeArrowheads="1" noChangeShapeType="1" noCrop="1"/>
          </p:cNvPicPr>
          <p:nvPr userDrawn="1"/>
        </p:nvPicPr>
        <p:blipFill>
          <a:blip r:embed="rId21"/>
          <a:stretch/>
        </p:blipFill>
        <p:spPr bwMode="auto">
          <a:xfrm>
            <a:off x="306883" y="307090"/>
            <a:ext cx="1692000" cy="688834"/>
          </a:xfrm>
          <a:prstGeom prst="rect">
            <a:avLst/>
          </a:prstGeom>
        </p:spPr>
      </p:pic>
      <p:sp>
        <p:nvSpPr>
          <p:cNvPr id="6" name="Foliennummer"/>
          <p:cNvSpPr>
            <a:spLocks noGrp="1"/>
          </p:cNvSpPr>
          <p:nvPr>
            <p:ph type="sldNum" sz="quarter" idx="4"/>
          </p:nvPr>
        </p:nvSpPr>
        <p:spPr bwMode="auto">
          <a:xfrm>
            <a:off x="11089560" y="6414771"/>
            <a:ext cx="504000" cy="185738"/>
          </a:xfrm>
          <a:prstGeom prst="rect">
            <a:avLst/>
          </a:prstGeom>
        </p:spPr>
        <p:txBody>
          <a:bodyPr vert="horz" lIns="0" tIns="0" rIns="0" bIns="32400" rtlCol="0" anchor="ctr" anchorCtr="0">
            <a:noAutofit/>
          </a:bodyPr>
          <a:lstStyle>
            <a:lvl1pPr marL="0" indent="0" algn="r">
              <a:lnSpc>
                <a:spcPct val="100000"/>
              </a:lnSpc>
              <a:spcBef>
                <a:spcPts val="0"/>
              </a:spcBef>
              <a:buFont typeface="Arial"/>
              <a:buNone/>
              <a:defRPr sz="1200" b="1">
                <a:solidFill>
                  <a:schemeClr val="tx1"/>
                </a:solidFill>
                <a:latin typeface="+mn-lt"/>
              </a:defRPr>
            </a:lvl1pPr>
            <a:lvl2pPr marL="0" indent="0" algn="r">
              <a:lnSpc>
                <a:spcPct val="100000"/>
              </a:lnSpc>
              <a:spcBef>
                <a:spcPts val="0"/>
              </a:spcBef>
              <a:defRPr sz="1200" b="1">
                <a:latin typeface="+mn-lt"/>
              </a:defRPr>
            </a:lvl2pPr>
            <a:lvl3pPr marL="0" indent="0" algn="r">
              <a:lnSpc>
                <a:spcPct val="100000"/>
              </a:lnSpc>
              <a:spcBef>
                <a:spcPts val="0"/>
              </a:spcBef>
              <a:defRPr sz="1200" b="1">
                <a:latin typeface="+mn-lt"/>
              </a:defRPr>
            </a:lvl3pPr>
            <a:lvl4pPr marL="0" indent="0" algn="r">
              <a:lnSpc>
                <a:spcPct val="100000"/>
              </a:lnSpc>
              <a:spcBef>
                <a:spcPts val="0"/>
              </a:spcBef>
              <a:defRPr sz="1200" b="1">
                <a:latin typeface="+mn-lt"/>
              </a:defRPr>
            </a:lvl4pPr>
            <a:lvl5pPr marL="0" indent="0" algn="r">
              <a:lnSpc>
                <a:spcPct val="100000"/>
              </a:lnSpc>
              <a:spcBef>
                <a:spcPts val="0"/>
              </a:spcBef>
              <a:defRPr sz="1200" b="1">
                <a:latin typeface="+mn-lt"/>
              </a:defRPr>
            </a:lvl5pPr>
            <a:lvl6pPr marL="0" indent="0" algn="r">
              <a:lnSpc>
                <a:spcPct val="100000"/>
              </a:lnSpc>
              <a:spcBef>
                <a:spcPts val="0"/>
              </a:spcBef>
              <a:defRPr sz="1200" b="1">
                <a:latin typeface="+mn-lt"/>
              </a:defRPr>
            </a:lvl6pPr>
            <a:lvl7pPr marL="0" indent="0" algn="r">
              <a:lnSpc>
                <a:spcPct val="100000"/>
              </a:lnSpc>
              <a:spcBef>
                <a:spcPts val="0"/>
              </a:spcBef>
              <a:defRPr sz="1200" b="1">
                <a:latin typeface="+mn-lt"/>
              </a:defRPr>
            </a:lvl7pPr>
            <a:lvl8pPr marL="0" indent="0" algn="r">
              <a:lnSpc>
                <a:spcPct val="100000"/>
              </a:lnSpc>
              <a:spcBef>
                <a:spcPts val="0"/>
              </a:spcBef>
              <a:defRPr sz="1200" b="1">
                <a:latin typeface="+mn-lt"/>
              </a:defRPr>
            </a:lvl8pPr>
            <a:lvl9pPr marL="0" indent="0" algn="r">
              <a:lnSpc>
                <a:spcPct val="100000"/>
              </a:lnSpc>
              <a:spcBef>
                <a:spcPts val="0"/>
              </a:spcBef>
              <a:defRPr sz="1200" b="1">
                <a:latin typeface="+mn-lt"/>
              </a:defRPr>
            </a:lvl9pPr>
          </a:lstStyle>
          <a:p>
            <a:pPr>
              <a:defRPr/>
            </a:pPr>
            <a:fld id="{11DE32AD-F86D-4804-839F-80A6732D429D}" type="slidenum">
              <a:rPr lang="de-DE"/>
              <a:t>‹#›</a:t>
            </a:fld>
            <a:endParaRPr lang="de-DE"/>
          </a:p>
        </p:txBody>
      </p:sp>
      <p:sp>
        <p:nvSpPr>
          <p:cNvPr id="19" name="Fußzeile"/>
          <p:cNvSpPr>
            <a:spLocks noGrp="1"/>
          </p:cNvSpPr>
          <p:nvPr>
            <p:ph type="ftr" sz="quarter" idx="3"/>
          </p:nvPr>
        </p:nvSpPr>
        <p:spPr bwMode="auto">
          <a:xfrm>
            <a:off x="421200" y="6414770"/>
            <a:ext cx="25400" cy="185738"/>
          </a:xfrm>
          <a:custGeom>
            <a:avLst/>
            <a:gdLst>
              <a:gd name="connsiteX0" fmla="*/ 25400 w 25400"/>
              <a:gd name="connsiteY0" fmla="*/ 0 h 185738"/>
              <a:gd name="connsiteX1" fmla="*/ 25400 w 25400"/>
              <a:gd name="connsiteY1" fmla="*/ 168784 h 185738"/>
              <a:gd name="connsiteX2" fmla="*/ 0 w 25400"/>
              <a:gd name="connsiteY2" fmla="*/ 185738 h 185738"/>
              <a:gd name="connsiteX3" fmla="*/ 0 w 25400"/>
              <a:gd name="connsiteY3" fmla="*/ 16954 h 185738"/>
            </a:gdLst>
            <a:ahLst/>
            <a:cxnLst>
              <a:cxn ang="0">
                <a:pos x="connsiteX0" y="connsiteY0"/>
              </a:cxn>
              <a:cxn ang="0">
                <a:pos x="connsiteX1" y="connsiteY1"/>
              </a:cxn>
              <a:cxn ang="0">
                <a:pos x="connsiteX2" y="connsiteY2"/>
              </a:cxn>
              <a:cxn ang="0">
                <a:pos x="connsiteX3" y="connsiteY3"/>
              </a:cxn>
            </a:cxnLst>
            <a:rect l="l" t="t" r="r" b="b"/>
            <a:pathLst>
              <a:path w="25400" h="185738" extrusionOk="0">
                <a:moveTo>
                  <a:pt x="25400" y="0"/>
                </a:moveTo>
                <a:lnTo>
                  <a:pt x="25400" y="168784"/>
                </a:lnTo>
                <a:lnTo>
                  <a:pt x="0" y="185738"/>
                </a:lnTo>
                <a:lnTo>
                  <a:pt x="0" y="16954"/>
                </a:lnTo>
                <a:close/>
              </a:path>
            </a:pathLst>
          </a:custGeom>
          <a:solidFill>
            <a:schemeClr val="tx2"/>
          </a:solidFill>
        </p:spPr>
        <p:txBody>
          <a:bodyPr vert="horz" wrap="none" lIns="237600" tIns="0" rIns="0" bIns="32400" rtlCol="0" anchor="ctr" anchorCtr="0">
            <a:noAutofit/>
          </a:bodyPr>
          <a:lstStyle>
            <a:lvl1pPr marL="0" indent="0" algn="l">
              <a:lnSpc>
                <a:spcPct val="100000"/>
              </a:lnSpc>
              <a:spcBef>
                <a:spcPts val="0"/>
              </a:spcBef>
              <a:buFont typeface="Arial"/>
              <a:buNone/>
              <a:defRPr sz="1200">
                <a:solidFill>
                  <a:schemeClr val="tx1"/>
                </a:solidFill>
                <a:latin typeface="+mn-lt"/>
              </a:defRPr>
            </a:lvl1pPr>
            <a:lvl2pPr marL="0" indent="0" algn="l">
              <a:lnSpc>
                <a:spcPct val="100000"/>
              </a:lnSpc>
              <a:spcBef>
                <a:spcPts val="0"/>
              </a:spcBef>
              <a:defRPr sz="1200">
                <a:latin typeface="+mn-lt"/>
              </a:defRPr>
            </a:lvl2pPr>
            <a:lvl3pPr marL="0" indent="0" algn="l">
              <a:lnSpc>
                <a:spcPct val="100000"/>
              </a:lnSpc>
              <a:spcBef>
                <a:spcPts val="0"/>
              </a:spcBef>
              <a:defRPr sz="1200">
                <a:latin typeface="+mn-lt"/>
              </a:defRPr>
            </a:lvl3pPr>
            <a:lvl4pPr marL="0" indent="0" algn="l">
              <a:lnSpc>
                <a:spcPct val="100000"/>
              </a:lnSpc>
              <a:spcBef>
                <a:spcPts val="0"/>
              </a:spcBef>
              <a:defRPr sz="1200">
                <a:latin typeface="+mn-lt"/>
              </a:defRPr>
            </a:lvl4pPr>
            <a:lvl5pPr marL="0" indent="0" algn="l">
              <a:lnSpc>
                <a:spcPct val="100000"/>
              </a:lnSpc>
              <a:spcBef>
                <a:spcPts val="0"/>
              </a:spcBef>
              <a:defRPr sz="1200">
                <a:latin typeface="+mn-lt"/>
              </a:defRPr>
            </a:lvl5pPr>
            <a:lvl6pPr marL="0" indent="0" algn="l">
              <a:lnSpc>
                <a:spcPct val="100000"/>
              </a:lnSpc>
              <a:spcBef>
                <a:spcPts val="0"/>
              </a:spcBef>
              <a:defRPr sz="1200">
                <a:latin typeface="+mn-lt"/>
              </a:defRPr>
            </a:lvl6pPr>
            <a:lvl7pPr marL="0" indent="0" algn="l">
              <a:lnSpc>
                <a:spcPct val="100000"/>
              </a:lnSpc>
              <a:spcBef>
                <a:spcPts val="0"/>
              </a:spcBef>
              <a:defRPr sz="1200">
                <a:latin typeface="+mn-lt"/>
              </a:defRPr>
            </a:lvl7pPr>
            <a:lvl8pPr marL="0" indent="0" algn="l">
              <a:lnSpc>
                <a:spcPct val="100000"/>
              </a:lnSpc>
              <a:spcBef>
                <a:spcPts val="0"/>
              </a:spcBef>
              <a:defRPr sz="1200">
                <a:latin typeface="+mn-lt"/>
              </a:defRPr>
            </a:lvl8pPr>
            <a:lvl9pPr marL="0" indent="0" algn="l">
              <a:lnSpc>
                <a:spcPct val="100000"/>
              </a:lnSpc>
              <a:spcBef>
                <a:spcPts val="0"/>
              </a:spcBef>
              <a:defRPr sz="1200">
                <a:latin typeface="+mn-lt"/>
              </a:defRPr>
            </a:lvl9pPr>
          </a:lstStyle>
          <a:p>
            <a:pPr>
              <a:defRPr/>
            </a:pPr>
            <a:r>
              <a:rPr lang="en-US" noProof="0" dirty="0"/>
              <a:t>Prof. Dr. Oliver Müller | DC2HEAT | January 2026</a:t>
            </a:r>
          </a:p>
        </p:txBody>
      </p:sp>
      <p:sp>
        <p:nvSpPr>
          <p:cNvPr id="9" name="Text"/>
          <p:cNvSpPr>
            <a:spLocks noGrp="1"/>
          </p:cNvSpPr>
          <p:nvPr>
            <p:ph type="body" idx="1"/>
          </p:nvPr>
        </p:nvSpPr>
        <p:spPr bwMode="auto">
          <a:xfrm>
            <a:off x="422275" y="2263775"/>
            <a:ext cx="11349038" cy="3505199"/>
          </a:xfrm>
          <a:prstGeom prst="rect">
            <a:avLst/>
          </a:prstGeom>
        </p:spPr>
        <p:txBody>
          <a:bodyPr vert="horz" lIns="0" tIns="0" rIns="0" bIns="0" numCol="1" spcCol="612000" rtlCol="0">
            <a:noAutofit/>
          </a:bodyPr>
          <a:lstStyle/>
          <a:p>
            <a:pPr lvl="0">
              <a:defRPr/>
            </a:pPr>
            <a:r>
              <a:rPr lang="de-DE"/>
              <a:t>Bitte fügen Sie hier Ihren Text ein.</a:t>
            </a:r>
            <a:br>
              <a:rPr lang="de-DE"/>
            </a:br>
            <a:r>
              <a:rPr lang="de-DE"/>
              <a:t>Für weitere Formate nutzen Sie die Listenebenen. </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a:p>
            <a:pPr lvl="5">
              <a:defRPr/>
            </a:pPr>
            <a:r>
              <a:rPr lang="de-DE"/>
              <a:t>Sechste Ebene</a:t>
            </a:r>
            <a:endParaRPr/>
          </a:p>
          <a:p>
            <a:pPr lvl="6">
              <a:defRPr/>
            </a:pPr>
            <a:r>
              <a:rPr lang="de-DE"/>
              <a:t>Siebte Ebene</a:t>
            </a:r>
            <a:endParaRPr/>
          </a:p>
          <a:p>
            <a:pPr lvl="7">
              <a:defRPr/>
            </a:pPr>
            <a:r>
              <a:rPr lang="de-DE"/>
              <a:t>Achte Ebene</a:t>
            </a:r>
            <a:endParaRPr/>
          </a:p>
          <a:p>
            <a:pPr lvl="8">
              <a:defRPr/>
            </a:pPr>
            <a:r>
              <a:rPr lang="de-DE"/>
              <a:t>Neunte Ebene</a:t>
            </a:r>
            <a:endParaRPr/>
          </a:p>
        </p:txBody>
      </p:sp>
      <p:sp>
        <p:nvSpPr>
          <p:cNvPr id="2" name="Headline"/>
          <p:cNvSpPr>
            <a:spLocks noGrp="1"/>
          </p:cNvSpPr>
          <p:nvPr>
            <p:ph type="title"/>
          </p:nvPr>
        </p:nvSpPr>
        <p:spPr bwMode="auto">
          <a:xfrm>
            <a:off x="422275" y="1246189"/>
            <a:ext cx="11349038" cy="864000"/>
          </a:xfrm>
          <a:prstGeom prst="rect">
            <a:avLst/>
          </a:prstGeom>
        </p:spPr>
        <p:txBody>
          <a:bodyPr vert="horz" lIns="0" tIns="0" rIns="0" bIns="0" rtlCol="0" anchor="t" anchorCtr="0">
            <a:noAutofit/>
          </a:bodyPr>
          <a:lstStyle/>
          <a:p>
            <a:pPr>
              <a:defRPr/>
            </a:pPr>
            <a:r>
              <a:rPr lang="de-DE"/>
              <a:t>Überschrift</a:t>
            </a:r>
            <a:br>
              <a:rPr lang="de-DE"/>
            </a:br>
            <a:r>
              <a:rPr lang="de-DE"/>
              <a:t>max. zwei Zeilen</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dt="0"/>
  <p:txStyles>
    <p:titleStyle>
      <a:lvl1pPr marL="0" indent="0" algn="l" defTabSz="914400">
        <a:lnSpc>
          <a:spcPct val="100000"/>
        </a:lnSpc>
        <a:spcBef>
          <a:spcPts val="0"/>
        </a:spcBef>
        <a:buFont typeface="Arial"/>
        <a:buNone/>
        <a:defRPr sz="2500" b="1">
          <a:solidFill>
            <a:schemeClr val="tx2"/>
          </a:solidFill>
          <a:latin typeface="+mn-lt"/>
          <a:ea typeface="+mj-ea"/>
          <a:cs typeface="+mj-cs"/>
        </a:defRPr>
      </a:lvl1pPr>
    </p:titleStyle>
    <p:bodyStyle>
      <a:lvl1pPr marL="0" marR="0" indent="0" algn="l" defTabSz="914400">
        <a:lnSpc>
          <a:spcPct val="112999"/>
        </a:lnSpc>
        <a:spcBef>
          <a:spcPts val="0"/>
        </a:spcBef>
        <a:spcAft>
          <a:spcPts val="0"/>
        </a:spcAft>
        <a:buClrTx/>
        <a:buSzTx/>
        <a:buFont typeface="Arial"/>
        <a:buNone/>
        <a:defRPr sz="1800" b="0" spc="0">
          <a:solidFill>
            <a:schemeClr val="tx1"/>
          </a:solidFill>
          <a:latin typeface="+mn-lt"/>
          <a:ea typeface="+mn-ea"/>
          <a:cs typeface="+mn-cs"/>
        </a:defRPr>
      </a:lvl1pPr>
      <a:lvl2pPr marL="180000" indent="-180000" algn="l" defTabSz="914400">
        <a:lnSpc>
          <a:spcPct val="112999"/>
        </a:lnSpc>
        <a:spcBef>
          <a:spcPts val="0"/>
        </a:spcBef>
        <a:spcAft>
          <a:spcPts val="0"/>
        </a:spcAft>
        <a:buFont typeface="Arial"/>
        <a:buChar char="•"/>
        <a:defRPr sz="1800">
          <a:solidFill>
            <a:schemeClr val="tx1"/>
          </a:solidFill>
          <a:latin typeface="+mn-lt"/>
          <a:ea typeface="+mn-ea"/>
          <a:cs typeface="+mn-cs"/>
        </a:defRPr>
      </a:lvl2pPr>
      <a:lvl3pPr marL="388800" indent="-180000" algn="l" defTabSz="914400">
        <a:lnSpc>
          <a:spcPct val="100000"/>
        </a:lnSpc>
        <a:spcBef>
          <a:spcPts val="200"/>
        </a:spcBef>
        <a:spcAft>
          <a:spcPts val="200"/>
        </a:spcAft>
        <a:buFont typeface="Arial"/>
        <a:buChar char="•"/>
        <a:defRPr sz="1600">
          <a:solidFill>
            <a:schemeClr val="tx1"/>
          </a:solidFill>
          <a:latin typeface="+mn-lt"/>
          <a:ea typeface="+mn-ea"/>
          <a:cs typeface="+mn-cs"/>
        </a:defRPr>
      </a:lvl3pPr>
      <a:lvl4pPr marL="586800" indent="-172800" algn="l" defTabSz="914400">
        <a:lnSpc>
          <a:spcPct val="100000"/>
        </a:lnSpc>
        <a:spcBef>
          <a:spcPts val="200"/>
        </a:spcBef>
        <a:spcAft>
          <a:spcPts val="200"/>
        </a:spcAft>
        <a:buFont typeface="Arial"/>
        <a:buChar char="•"/>
        <a:defRPr sz="1600">
          <a:solidFill>
            <a:schemeClr val="tx1"/>
          </a:solidFill>
          <a:latin typeface="+mn-lt"/>
          <a:ea typeface="+mn-ea"/>
          <a:cs typeface="+mn-cs"/>
        </a:defRPr>
      </a:lvl4pPr>
      <a:lvl5pPr marL="399600" indent="-277200" algn="l" defTabSz="914400">
        <a:lnSpc>
          <a:spcPct val="112999"/>
        </a:lnSpc>
        <a:spcBef>
          <a:spcPts val="0"/>
        </a:spcBef>
        <a:spcAft>
          <a:spcPts val="0"/>
        </a:spcAft>
        <a:buFont typeface="+mj-lt"/>
        <a:buAutoNum type="arabicPeriod"/>
        <a:defRPr sz="1800">
          <a:solidFill>
            <a:schemeClr val="tx1"/>
          </a:solidFill>
          <a:latin typeface="+mn-lt"/>
          <a:ea typeface="+mn-ea"/>
          <a:cs typeface="+mn-cs"/>
        </a:defRPr>
      </a:lvl5pPr>
      <a:lvl6pPr marL="576000" indent="-288000" algn="l" defTabSz="914400">
        <a:lnSpc>
          <a:spcPct val="112999"/>
        </a:lnSpc>
        <a:spcBef>
          <a:spcPts val="700"/>
        </a:spcBef>
        <a:spcAft>
          <a:spcPts val="0"/>
        </a:spcAft>
        <a:buFont typeface="+mj-lt"/>
        <a:buAutoNum type="alphaLcPeriod"/>
        <a:defRPr sz="1600">
          <a:solidFill>
            <a:schemeClr val="tx1"/>
          </a:solidFill>
          <a:latin typeface="+mn-lt"/>
          <a:ea typeface="+mn-ea"/>
          <a:cs typeface="+mn-cs"/>
        </a:defRPr>
      </a:lvl6pPr>
      <a:lvl7pPr marL="871200" indent="-288000" algn="l" defTabSz="914400">
        <a:lnSpc>
          <a:spcPct val="112999"/>
        </a:lnSpc>
        <a:spcBef>
          <a:spcPts val="700"/>
        </a:spcBef>
        <a:spcAft>
          <a:spcPts val="0"/>
        </a:spcAft>
        <a:buFont typeface="+mj-lt"/>
        <a:buAutoNum type="romanLcPeriod"/>
        <a:defRPr sz="1600">
          <a:solidFill>
            <a:schemeClr val="tx1"/>
          </a:solidFill>
          <a:latin typeface="+mn-lt"/>
          <a:ea typeface="+mn-ea"/>
          <a:cs typeface="+mn-cs"/>
        </a:defRPr>
      </a:lvl7pPr>
      <a:lvl8pPr marL="457200" indent="-349200" algn="l" defTabSz="914400">
        <a:lnSpc>
          <a:spcPct val="112999"/>
        </a:lnSpc>
        <a:spcBef>
          <a:spcPts val="0"/>
        </a:spcBef>
        <a:spcAft>
          <a:spcPts val="0"/>
        </a:spcAft>
        <a:buFont typeface="Wingdings 2"/>
        <a:buChar char=""/>
        <a:defRPr sz="1800">
          <a:solidFill>
            <a:schemeClr val="tx1"/>
          </a:solidFill>
          <a:latin typeface="+mn-lt"/>
          <a:ea typeface="+mn-ea"/>
          <a:cs typeface="+mn-cs"/>
        </a:defRPr>
      </a:lvl8pPr>
      <a:lvl9pPr marL="457200" indent="-349200" algn="l" defTabSz="914400">
        <a:lnSpc>
          <a:spcPct val="112999"/>
        </a:lnSpc>
        <a:spcBef>
          <a:spcPts val="0"/>
        </a:spcBef>
        <a:spcAft>
          <a:spcPts val="0"/>
        </a:spcAft>
        <a:buFont typeface="Wingdings 2"/>
        <a:buChar char="£"/>
        <a:defRPr sz="1800">
          <a:solidFill>
            <a:schemeClr val="tx1"/>
          </a:solidFill>
          <a:latin typeface="+mn-lt"/>
          <a:ea typeface="+mn-ea"/>
          <a:cs typeface="+mn-cs"/>
        </a:defRPr>
      </a:lvl9pPr>
    </p:bodyStyle>
    <p:other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t>Why better CATE estimates need not give better retrofit allocations, and when ranking by outcome is enough</a:t>
            </a:r>
          </a:p>
        </p:txBody>
      </p:sp>
      <p:sp>
        <p:nvSpPr>
          <p:cNvPr id="4" name="Title 3"/>
          <p:cNvSpPr>
            <a:spLocks noGrp="1"/>
          </p:cNvSpPr>
          <p:nvPr>
            <p:ph type="ctrTitle"/>
          </p:nvPr>
        </p:nvSpPr>
        <p:spPr/>
        <p:txBody>
          <a:bodyPr/>
          <a:lstStyle/>
          <a:p>
            <a:r>
              <a:t>Estimation error is not decision loss</a:t>
            </a:r>
          </a:p>
        </p:txBody>
      </p:sp>
      <p:sp>
        <p:nvSpPr>
          <p:cNvPr id="5" name="Slide Number Placeholder 4"/>
          <p:cNvSpPr>
            <a:spLocks noGrp="1"/>
          </p:cNvSpPr>
          <p:nvPr>
            <p:ph type="sldNum" sz="quarter" idx="11"/>
          </p:nvPr>
        </p:nvSpPr>
        <p:spPr/>
        <p:txBody>
          <a:bodyPr/>
          <a:lstStyle/>
          <a:p>
            <a:fld id="{B6F15528-21DE-4FAA-801E-634DDDAF4B2B}" type="slidenum">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The allocation problem is a knapsack problem</a:t>
            </a:r>
          </a:p>
        </p:txBody>
      </p:sp>
      <p:sp>
        <p:nvSpPr>
          <p:cNvPr id="4" name="Slide Number Placeholder 3"/>
          <p:cNvSpPr>
            <a:spLocks noGrp="1"/>
          </p:cNvSpPr>
          <p:nvPr>
            <p:ph type="sldNum" sz="quarter" idx="12"/>
          </p:nvPr>
        </p:nvSpPr>
        <p:spPr/>
        <p:txBody>
          <a:bodyPr/>
          <a:lstStyle/>
          <a:p>
            <a:fld id="{B6F15528-21DE-4FAA-801E-634DDDAF4B2B}" type="slidenum">
              <a:t>2</a:t>
            </a:fld>
            <a:endParaRPr/>
          </a:p>
        </p:txBody>
      </p:sp>
      <p:sp>
        <p:nvSpPr>
          <p:cNvPr id="5" name="TextBox 4"/>
          <p:cNvSpPr txBox="1"/>
          <p:nvPr/>
        </p:nvSpPr>
        <p:spPr>
          <a:xfrm>
            <a:off x="420624" y="2011680"/>
            <a:ext cx="5760720" cy="822960"/>
          </a:xfrm>
          <a:prstGeom prst="rect">
            <a:avLst/>
          </a:prstGeom>
          <a:noFill/>
        </p:spPr>
        <p:txBody>
          <a:bodyPr wrap="square" lIns="0" tIns="0" rIns="0" bIns="0" anchor="t">
            <a:spAutoFit/>
          </a:bodyPr>
          <a:lstStyle/>
          <a:p>
            <a:pPr algn="l">
              <a:spcAft>
                <a:spcPts val="600"/>
              </a:spcAft>
            </a:pPr>
            <a:r>
              <a:rPr sz="1500" b="0">
                <a:solidFill>
                  <a:srgbClr val="555B6E"/>
                </a:solidFill>
                <a:latin typeface="Segoe UI"/>
              </a:rPr>
              <a:t>Choose the items with the highest total kWh savings whose total cost fits the budget. Example with a budget of 10 k€ and three items A, B, C:</a:t>
            </a:r>
          </a:p>
        </p:txBody>
      </p:sp>
      <p:graphicFrame>
        <p:nvGraphicFramePr>
          <p:cNvPr id="6" name="Table 5"/>
          <p:cNvGraphicFramePr>
            <a:graphicFrameLocks noGrp="1"/>
          </p:cNvGraphicFramePr>
          <p:nvPr/>
        </p:nvGraphicFramePr>
        <p:xfrm>
          <a:off x="420624" y="2926080"/>
          <a:ext cx="5760720" cy="2304288"/>
        </p:xfrm>
        <a:graphic>
          <a:graphicData uri="http://schemas.openxmlformats.org/drawingml/2006/table">
            <a:tbl>
              <a:tblPr firstRow="1"/>
              <a:tblGrid>
                <a:gridCol w="1188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29184">
                <a:tc>
                  <a:txBody>
                    <a:bodyPr/>
                    <a:lstStyle/>
                    <a:p>
                      <a:pPr algn="l"/>
                      <a:r>
                        <a:rPr sz="1400" b="1">
                          <a:solidFill>
                            <a:srgbClr val="FFFFFF"/>
                          </a:solidFill>
                          <a:latin typeface="Segoe UI"/>
                        </a:rPr>
                        <a:t>Choice</a:t>
                      </a:r>
                    </a:p>
                  </a:txBody>
                  <a:tcPr marL="73152" marR="73152" marT="27432" marB="27432" anchor="ctr">
                    <a:solidFill>
                      <a:srgbClr val="181C62"/>
                    </a:solidFill>
                  </a:tcPr>
                </a:tc>
                <a:tc>
                  <a:txBody>
                    <a:bodyPr/>
                    <a:lstStyle/>
                    <a:p>
                      <a:pPr algn="ctr"/>
                      <a:r>
                        <a:rPr sz="1400" b="1">
                          <a:solidFill>
                            <a:srgbClr val="FFFFFF"/>
                          </a:solidFill>
                          <a:latin typeface="Segoe UI"/>
                        </a:rPr>
                        <a:t>Cost (k€)</a:t>
                      </a:r>
                    </a:p>
                  </a:txBody>
                  <a:tcPr marL="73152" marR="73152" marT="27432" marB="27432" anchor="ctr">
                    <a:solidFill>
                      <a:srgbClr val="181C62"/>
                    </a:solidFill>
                  </a:tcPr>
                </a:tc>
                <a:tc>
                  <a:txBody>
                    <a:bodyPr/>
                    <a:lstStyle/>
                    <a:p>
                      <a:pPr algn="ctr"/>
                      <a:r>
                        <a:rPr sz="1400" b="1">
                          <a:solidFill>
                            <a:srgbClr val="FFFFFF"/>
                          </a:solidFill>
                          <a:latin typeface="Segoe UI"/>
                        </a:rPr>
                        <a:t>kWh savings</a:t>
                      </a:r>
                    </a:p>
                  </a:txBody>
                  <a:tcPr marL="73152" marR="73152" marT="27432" marB="27432" anchor="ctr">
                    <a:solidFill>
                      <a:srgbClr val="181C62"/>
                    </a:solidFill>
                  </a:tcPr>
                </a:tc>
                <a:tc>
                  <a:txBody>
                    <a:bodyPr/>
                    <a:lstStyle/>
                    <a:p>
                      <a:pPr algn="ctr"/>
                      <a:r>
                        <a:rPr sz="1400" b="1">
                          <a:solidFill>
                            <a:srgbClr val="FFFFFF"/>
                          </a:solidFill>
                          <a:latin typeface="Segoe UI"/>
                        </a:rPr>
                        <a:t>Fits 10 k€?</a:t>
                      </a:r>
                    </a:p>
                  </a:txBody>
                  <a:tcPr marL="73152" marR="73152" marT="27432" marB="27432" anchor="ctr">
                    <a:solidFill>
                      <a:srgbClr val="181C62"/>
                    </a:solidFill>
                  </a:tcPr>
                </a:tc>
                <a:extLst>
                  <a:ext uri="{0D108BD9-81ED-4DB2-BD59-A6C34878D82A}">
                    <a16:rowId xmlns:a16="http://schemas.microsoft.com/office/drawing/2014/main" val="10000"/>
                  </a:ext>
                </a:extLst>
              </a:tr>
              <a:tr h="329184">
                <a:tc>
                  <a:txBody>
                    <a:bodyPr/>
                    <a:lstStyle/>
                    <a:p>
                      <a:pPr algn="l"/>
                      <a:r>
                        <a:rPr sz="1400" b="0">
                          <a:solidFill>
                            <a:srgbClr val="1A1D2E"/>
                          </a:solidFill>
                          <a:latin typeface="Segoe UI"/>
                        </a:rPr>
                        <a:t>A</a:t>
                      </a:r>
                    </a:p>
                  </a:txBody>
                  <a:tcPr marL="73152" marR="73152" marT="27432" marB="27432" anchor="ctr">
                    <a:solidFill>
                      <a:srgbClr val="FFFFFF"/>
                    </a:solidFill>
                  </a:tcPr>
                </a:tc>
                <a:tc>
                  <a:txBody>
                    <a:bodyPr/>
                    <a:lstStyle/>
                    <a:p>
                      <a:pPr algn="ctr"/>
                      <a:r>
                        <a:rPr sz="1400" b="0">
                          <a:solidFill>
                            <a:srgbClr val="1A1D2E"/>
                          </a:solidFill>
                          <a:latin typeface="Segoe UI"/>
                        </a:rPr>
                        <a:t>6</a:t>
                      </a:r>
                    </a:p>
                  </a:txBody>
                  <a:tcPr marL="73152" marR="73152" marT="27432" marB="27432" anchor="ctr">
                    <a:solidFill>
                      <a:srgbClr val="FFFFFF"/>
                    </a:solidFill>
                  </a:tcPr>
                </a:tc>
                <a:tc>
                  <a:txBody>
                    <a:bodyPr/>
                    <a:lstStyle/>
                    <a:p>
                      <a:pPr algn="ctr"/>
                      <a:r>
                        <a:rPr sz="1400" b="0">
                          <a:solidFill>
                            <a:srgbClr val="1A1D2E"/>
                          </a:solidFill>
                          <a:latin typeface="Segoe UI"/>
                        </a:rPr>
                        <a:t>3,000</a:t>
                      </a:r>
                    </a:p>
                  </a:txBody>
                  <a:tcPr marL="73152" marR="73152" marT="27432" marB="27432" anchor="ctr">
                    <a:solidFill>
                      <a:srgbClr val="FFFFFF"/>
                    </a:solidFill>
                  </a:tcPr>
                </a:tc>
                <a:tc>
                  <a:txBody>
                    <a:bodyPr/>
                    <a:lstStyle/>
                    <a:p>
                      <a:pPr algn="ctr"/>
                      <a:r>
                        <a:rPr sz="1400" b="0">
                          <a:solidFill>
                            <a:srgbClr val="1A1D2E"/>
                          </a:solidFill>
                          <a:latin typeface="Segoe UI"/>
                        </a:rPr>
                        <a:t>yes</a:t>
                      </a:r>
                    </a:p>
                  </a:txBody>
                  <a:tcPr marL="73152" marR="73152"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400" b="0">
                          <a:solidFill>
                            <a:srgbClr val="1A1D2E"/>
                          </a:solidFill>
                          <a:latin typeface="Segoe UI"/>
                        </a:rPr>
                        <a:t>B</a:t>
                      </a:r>
                    </a:p>
                  </a:txBody>
                  <a:tcPr marL="73152" marR="73152" marT="27432" marB="27432" anchor="ctr">
                    <a:solidFill>
                      <a:srgbClr val="EEF2F8"/>
                    </a:solidFill>
                  </a:tcPr>
                </a:tc>
                <a:tc>
                  <a:txBody>
                    <a:bodyPr/>
                    <a:lstStyle/>
                    <a:p>
                      <a:pPr algn="ctr"/>
                      <a:r>
                        <a:rPr sz="1400" b="0">
                          <a:solidFill>
                            <a:srgbClr val="1A1D2E"/>
                          </a:solidFill>
                          <a:latin typeface="Segoe UI"/>
                        </a:rPr>
                        <a:t>5</a:t>
                      </a:r>
                    </a:p>
                  </a:txBody>
                  <a:tcPr marL="73152" marR="73152" marT="27432" marB="27432" anchor="ctr">
                    <a:solidFill>
                      <a:srgbClr val="EEF2F8"/>
                    </a:solidFill>
                  </a:tcPr>
                </a:tc>
                <a:tc>
                  <a:txBody>
                    <a:bodyPr/>
                    <a:lstStyle/>
                    <a:p>
                      <a:pPr algn="ctr"/>
                      <a:r>
                        <a:rPr sz="1400" b="0">
                          <a:solidFill>
                            <a:srgbClr val="1A1D2E"/>
                          </a:solidFill>
                          <a:latin typeface="Segoe UI"/>
                        </a:rPr>
                        <a:t>2,000</a:t>
                      </a:r>
                    </a:p>
                  </a:txBody>
                  <a:tcPr marL="73152" marR="73152" marT="27432" marB="27432" anchor="ctr">
                    <a:solidFill>
                      <a:srgbClr val="EEF2F8"/>
                    </a:solidFill>
                  </a:tcPr>
                </a:tc>
                <a:tc>
                  <a:txBody>
                    <a:bodyPr/>
                    <a:lstStyle/>
                    <a:p>
                      <a:pPr algn="ctr"/>
                      <a:r>
                        <a:rPr sz="1400" b="0">
                          <a:solidFill>
                            <a:srgbClr val="1A1D2E"/>
                          </a:solidFill>
                          <a:latin typeface="Segoe UI"/>
                        </a:rPr>
                        <a:t>yes</a:t>
                      </a:r>
                    </a:p>
                  </a:txBody>
                  <a:tcPr marL="73152" marR="73152" marT="27432" marB="27432" anchor="ctr">
                    <a:solidFill>
                      <a:srgbClr val="EEF2F8"/>
                    </a:solidFill>
                  </a:tcPr>
                </a:tc>
                <a:extLst>
                  <a:ext uri="{0D108BD9-81ED-4DB2-BD59-A6C34878D82A}">
                    <a16:rowId xmlns:a16="http://schemas.microsoft.com/office/drawing/2014/main" val="10002"/>
                  </a:ext>
                </a:extLst>
              </a:tr>
              <a:tr h="329184">
                <a:tc>
                  <a:txBody>
                    <a:bodyPr/>
                    <a:lstStyle/>
                    <a:p>
                      <a:pPr algn="l"/>
                      <a:r>
                        <a:rPr sz="1400" b="0">
                          <a:solidFill>
                            <a:srgbClr val="1A1D2E"/>
                          </a:solidFill>
                          <a:latin typeface="Segoe UI"/>
                        </a:rPr>
                        <a:t>C</a:t>
                      </a:r>
                    </a:p>
                  </a:txBody>
                  <a:tcPr marL="73152" marR="73152" marT="27432" marB="27432" anchor="ctr">
                    <a:solidFill>
                      <a:srgbClr val="FFFFFF"/>
                    </a:solidFill>
                  </a:tcPr>
                </a:tc>
                <a:tc>
                  <a:txBody>
                    <a:bodyPr/>
                    <a:lstStyle/>
                    <a:p>
                      <a:pPr algn="ctr"/>
                      <a:r>
                        <a:rPr sz="1400" b="0">
                          <a:solidFill>
                            <a:srgbClr val="1A1D2E"/>
                          </a:solidFill>
                          <a:latin typeface="Segoe UI"/>
                        </a:rPr>
                        <a:t>5</a:t>
                      </a:r>
                    </a:p>
                  </a:txBody>
                  <a:tcPr marL="73152" marR="73152" marT="27432" marB="27432" anchor="ctr">
                    <a:solidFill>
                      <a:srgbClr val="FFFFFF"/>
                    </a:solidFill>
                  </a:tcPr>
                </a:tc>
                <a:tc>
                  <a:txBody>
                    <a:bodyPr/>
                    <a:lstStyle/>
                    <a:p>
                      <a:pPr algn="ctr"/>
                      <a:r>
                        <a:rPr sz="1400" b="0">
                          <a:solidFill>
                            <a:srgbClr val="1A1D2E"/>
                          </a:solidFill>
                          <a:latin typeface="Segoe UI"/>
                        </a:rPr>
                        <a:t>2,000</a:t>
                      </a:r>
                    </a:p>
                  </a:txBody>
                  <a:tcPr marL="73152" marR="73152" marT="27432" marB="27432" anchor="ctr">
                    <a:solidFill>
                      <a:srgbClr val="FFFFFF"/>
                    </a:solidFill>
                  </a:tcPr>
                </a:tc>
                <a:tc>
                  <a:txBody>
                    <a:bodyPr/>
                    <a:lstStyle/>
                    <a:p>
                      <a:pPr algn="ctr"/>
                      <a:r>
                        <a:rPr sz="1400" b="0">
                          <a:solidFill>
                            <a:srgbClr val="1A1D2E"/>
                          </a:solidFill>
                          <a:latin typeface="Segoe UI"/>
                        </a:rPr>
                        <a:t>yes</a:t>
                      </a:r>
                    </a:p>
                  </a:txBody>
                  <a:tcPr marL="73152" marR="73152" marT="27432" marB="27432" anchor="ctr">
                    <a:solidFill>
                      <a:srgbClr val="FFFFFF"/>
                    </a:solidFill>
                  </a:tcPr>
                </a:tc>
                <a:extLst>
                  <a:ext uri="{0D108BD9-81ED-4DB2-BD59-A6C34878D82A}">
                    <a16:rowId xmlns:a16="http://schemas.microsoft.com/office/drawing/2014/main" val="10003"/>
                  </a:ext>
                </a:extLst>
              </a:tr>
              <a:tr h="329184">
                <a:tc>
                  <a:txBody>
                    <a:bodyPr/>
                    <a:lstStyle/>
                    <a:p>
                      <a:pPr algn="l"/>
                      <a:r>
                        <a:rPr sz="1400" b="0">
                          <a:solidFill>
                            <a:srgbClr val="1A1D2E"/>
                          </a:solidFill>
                          <a:latin typeface="Segoe UI"/>
                        </a:rPr>
                        <a:t>A + B</a:t>
                      </a:r>
                    </a:p>
                  </a:txBody>
                  <a:tcPr marL="73152" marR="73152" marT="27432" marB="27432" anchor="ctr">
                    <a:solidFill>
                      <a:srgbClr val="EEF2F8"/>
                    </a:solidFill>
                  </a:tcPr>
                </a:tc>
                <a:tc>
                  <a:txBody>
                    <a:bodyPr/>
                    <a:lstStyle/>
                    <a:p>
                      <a:pPr algn="ctr"/>
                      <a:r>
                        <a:rPr sz="1400" b="0">
                          <a:solidFill>
                            <a:srgbClr val="1A1D2E"/>
                          </a:solidFill>
                          <a:latin typeface="Segoe UI"/>
                        </a:rPr>
                        <a:t>11</a:t>
                      </a:r>
                    </a:p>
                  </a:txBody>
                  <a:tcPr marL="73152" marR="73152" marT="27432" marB="27432" anchor="ctr">
                    <a:solidFill>
                      <a:srgbClr val="EEF2F8"/>
                    </a:solidFill>
                  </a:tcPr>
                </a:tc>
                <a:tc>
                  <a:txBody>
                    <a:bodyPr/>
                    <a:lstStyle/>
                    <a:p>
                      <a:pPr algn="ctr"/>
                      <a:r>
                        <a:rPr sz="1400" b="0">
                          <a:solidFill>
                            <a:srgbClr val="1A1D2E"/>
                          </a:solidFill>
                          <a:latin typeface="Segoe UI"/>
                        </a:rPr>
                        <a:t>5,000</a:t>
                      </a:r>
                    </a:p>
                  </a:txBody>
                  <a:tcPr marL="73152" marR="73152" marT="27432" marB="27432" anchor="ctr">
                    <a:solidFill>
                      <a:srgbClr val="EEF2F8"/>
                    </a:solidFill>
                  </a:tcPr>
                </a:tc>
                <a:tc>
                  <a:txBody>
                    <a:bodyPr/>
                    <a:lstStyle/>
                    <a:p>
                      <a:pPr algn="ctr"/>
                      <a:r>
                        <a:rPr sz="1400" b="0">
                          <a:solidFill>
                            <a:srgbClr val="1A1D2E"/>
                          </a:solidFill>
                          <a:latin typeface="Segoe UI"/>
                        </a:rPr>
                        <a:t>no</a:t>
                      </a:r>
                    </a:p>
                  </a:txBody>
                  <a:tcPr marL="73152" marR="73152" marT="27432" marB="27432" anchor="ctr">
                    <a:solidFill>
                      <a:srgbClr val="EEF2F8"/>
                    </a:solidFill>
                  </a:tcPr>
                </a:tc>
                <a:extLst>
                  <a:ext uri="{0D108BD9-81ED-4DB2-BD59-A6C34878D82A}">
                    <a16:rowId xmlns:a16="http://schemas.microsoft.com/office/drawing/2014/main" val="10004"/>
                  </a:ext>
                </a:extLst>
              </a:tr>
              <a:tr h="329184">
                <a:tc>
                  <a:txBody>
                    <a:bodyPr/>
                    <a:lstStyle/>
                    <a:p>
                      <a:pPr algn="l"/>
                      <a:r>
                        <a:rPr sz="1400" b="0">
                          <a:solidFill>
                            <a:srgbClr val="1A1D2E"/>
                          </a:solidFill>
                          <a:latin typeface="Segoe UI"/>
                        </a:rPr>
                        <a:t>A + C</a:t>
                      </a:r>
                    </a:p>
                  </a:txBody>
                  <a:tcPr marL="73152" marR="73152" marT="27432" marB="27432" anchor="ctr">
                    <a:solidFill>
                      <a:srgbClr val="FFFFFF"/>
                    </a:solidFill>
                  </a:tcPr>
                </a:tc>
                <a:tc>
                  <a:txBody>
                    <a:bodyPr/>
                    <a:lstStyle/>
                    <a:p>
                      <a:pPr algn="ctr"/>
                      <a:r>
                        <a:rPr sz="1400" b="0">
                          <a:solidFill>
                            <a:srgbClr val="1A1D2E"/>
                          </a:solidFill>
                          <a:latin typeface="Segoe UI"/>
                        </a:rPr>
                        <a:t>11</a:t>
                      </a:r>
                    </a:p>
                  </a:txBody>
                  <a:tcPr marL="73152" marR="73152" marT="27432" marB="27432" anchor="ctr">
                    <a:solidFill>
                      <a:srgbClr val="FFFFFF"/>
                    </a:solidFill>
                  </a:tcPr>
                </a:tc>
                <a:tc>
                  <a:txBody>
                    <a:bodyPr/>
                    <a:lstStyle/>
                    <a:p>
                      <a:pPr algn="ctr"/>
                      <a:r>
                        <a:rPr sz="1400" b="0">
                          <a:solidFill>
                            <a:srgbClr val="1A1D2E"/>
                          </a:solidFill>
                          <a:latin typeface="Segoe UI"/>
                        </a:rPr>
                        <a:t>5,000</a:t>
                      </a:r>
                    </a:p>
                  </a:txBody>
                  <a:tcPr marL="73152" marR="73152" marT="27432" marB="27432" anchor="ctr">
                    <a:solidFill>
                      <a:srgbClr val="FFFFFF"/>
                    </a:solidFill>
                  </a:tcPr>
                </a:tc>
                <a:tc>
                  <a:txBody>
                    <a:bodyPr/>
                    <a:lstStyle/>
                    <a:p>
                      <a:pPr algn="ctr"/>
                      <a:r>
                        <a:rPr sz="1400" b="0">
                          <a:solidFill>
                            <a:srgbClr val="1A1D2E"/>
                          </a:solidFill>
                          <a:latin typeface="Segoe UI"/>
                        </a:rPr>
                        <a:t>no</a:t>
                      </a:r>
                    </a:p>
                  </a:txBody>
                  <a:tcPr marL="73152" marR="73152" marT="27432" marB="27432" anchor="ctr">
                    <a:solidFill>
                      <a:srgbClr val="FFFFFF"/>
                    </a:solidFill>
                  </a:tcPr>
                </a:tc>
                <a:extLst>
                  <a:ext uri="{0D108BD9-81ED-4DB2-BD59-A6C34878D82A}">
                    <a16:rowId xmlns:a16="http://schemas.microsoft.com/office/drawing/2014/main" val="10005"/>
                  </a:ext>
                </a:extLst>
              </a:tr>
              <a:tr h="329184">
                <a:tc>
                  <a:txBody>
                    <a:bodyPr/>
                    <a:lstStyle/>
                    <a:p>
                      <a:pPr algn="l"/>
                      <a:r>
                        <a:rPr sz="1400" b="0">
                          <a:solidFill>
                            <a:srgbClr val="1A1D2E"/>
                          </a:solidFill>
                          <a:latin typeface="Segoe UI"/>
                        </a:rPr>
                        <a:t>B + C</a:t>
                      </a:r>
                    </a:p>
                  </a:txBody>
                  <a:tcPr marL="73152" marR="73152" marT="27432" marB="27432" anchor="ctr">
                    <a:solidFill>
                      <a:srgbClr val="F7E3F1"/>
                    </a:solidFill>
                  </a:tcPr>
                </a:tc>
                <a:tc>
                  <a:txBody>
                    <a:bodyPr/>
                    <a:lstStyle/>
                    <a:p>
                      <a:pPr algn="ctr"/>
                      <a:r>
                        <a:rPr sz="1400" b="0">
                          <a:solidFill>
                            <a:srgbClr val="1A1D2E"/>
                          </a:solidFill>
                          <a:latin typeface="Segoe UI"/>
                        </a:rPr>
                        <a:t>10</a:t>
                      </a:r>
                    </a:p>
                  </a:txBody>
                  <a:tcPr marL="73152" marR="73152" marT="27432" marB="27432" anchor="ctr">
                    <a:solidFill>
                      <a:srgbClr val="F7E3F1"/>
                    </a:solidFill>
                  </a:tcPr>
                </a:tc>
                <a:tc>
                  <a:txBody>
                    <a:bodyPr/>
                    <a:lstStyle/>
                    <a:p>
                      <a:pPr algn="ctr"/>
                      <a:r>
                        <a:rPr sz="1400" b="0">
                          <a:solidFill>
                            <a:srgbClr val="1A1D2E"/>
                          </a:solidFill>
                          <a:latin typeface="Segoe UI"/>
                        </a:rPr>
                        <a:t>4,000</a:t>
                      </a:r>
                    </a:p>
                  </a:txBody>
                  <a:tcPr marL="73152" marR="73152" marT="27432" marB="27432" anchor="ctr">
                    <a:solidFill>
                      <a:srgbClr val="F7E3F1"/>
                    </a:solidFill>
                  </a:tcPr>
                </a:tc>
                <a:tc>
                  <a:txBody>
                    <a:bodyPr/>
                    <a:lstStyle/>
                    <a:p>
                      <a:pPr algn="ctr"/>
                      <a:r>
                        <a:rPr sz="1400" b="0">
                          <a:solidFill>
                            <a:srgbClr val="1A1D2E"/>
                          </a:solidFill>
                          <a:latin typeface="Segoe UI"/>
                        </a:rPr>
                        <a:t>yes, best</a:t>
                      </a:r>
                    </a:p>
                  </a:txBody>
                  <a:tcPr marL="73152" marR="73152" marT="27432" marB="27432" anchor="ctr">
                    <a:solidFill>
                      <a:srgbClr val="F7E3F1"/>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420624" y="5349240"/>
            <a:ext cx="5760720" cy="640080"/>
          </a:xfrm>
          <a:prstGeom prst="rect">
            <a:avLst/>
          </a:prstGeom>
          <a:noFill/>
        </p:spPr>
        <p:txBody>
          <a:bodyPr wrap="square" lIns="0" tIns="0" rIns="0" bIns="0" anchor="t">
            <a:spAutoFit/>
          </a:bodyPr>
          <a:lstStyle/>
          <a:p>
            <a:pPr algn="l">
              <a:spcAft>
                <a:spcPts val="600"/>
              </a:spcAft>
            </a:pPr>
            <a:r>
              <a:rPr sz="1300" b="0">
                <a:solidFill>
                  <a:srgbClr val="555B6E"/>
                </a:solidFill>
                <a:latin typeface="Segoe UI"/>
              </a:rPr>
              <a:t>The item with the most kWh savings (A) is not part of the best choice. With N buildings and K packages there are (K+1)^N possible plans; MILP finds the best one without listing them.</a:t>
            </a:r>
          </a:p>
        </p:txBody>
      </p:sp>
      <p:sp>
        <p:nvSpPr>
          <p:cNvPr id="8" name="Rectangle 7"/>
          <p:cNvSpPr/>
          <p:nvPr/>
        </p:nvSpPr>
        <p:spPr>
          <a:xfrm>
            <a:off x="6583680" y="2057400"/>
            <a:ext cx="5184648" cy="388620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12280" y="2240280"/>
            <a:ext cx="4754880" cy="457200"/>
          </a:xfrm>
          <a:prstGeom prst="rect">
            <a:avLst/>
          </a:prstGeom>
          <a:noFill/>
        </p:spPr>
        <p:txBody>
          <a:bodyPr wrap="square" lIns="0" tIns="0" rIns="0" bIns="0" anchor="t">
            <a:spAutoFit/>
          </a:bodyPr>
          <a:lstStyle/>
          <a:p>
            <a:pPr algn="l">
              <a:spcAft>
                <a:spcPts val="600"/>
              </a:spcAft>
            </a:pPr>
            <a:r>
              <a:rPr sz="2000" b="1">
                <a:solidFill>
                  <a:srgbClr val="181C62"/>
                </a:solidFill>
                <a:latin typeface="Segoe UI"/>
              </a:rPr>
              <a:t>Ours: multiple-choice knapsack</a:t>
            </a:r>
          </a:p>
        </p:txBody>
      </p:sp>
      <p:sp>
        <p:nvSpPr>
          <p:cNvPr id="10" name="TextBox 9"/>
          <p:cNvSpPr txBox="1"/>
          <p:nvPr/>
        </p:nvSpPr>
        <p:spPr>
          <a:xfrm>
            <a:off x="6812280" y="2743200"/>
            <a:ext cx="4754880" cy="640080"/>
          </a:xfrm>
          <a:prstGeom prst="rect">
            <a:avLst/>
          </a:prstGeom>
          <a:noFill/>
        </p:spPr>
        <p:txBody>
          <a:bodyPr wrap="square" lIns="0" tIns="0" rIns="0" bIns="0" anchor="t">
            <a:spAutoFit/>
          </a:bodyPr>
          <a:lstStyle/>
          <a:p>
            <a:pPr algn="l">
              <a:spcAft>
                <a:spcPts val="600"/>
              </a:spcAft>
            </a:pPr>
            <a:r>
              <a:rPr sz="1500" b="0">
                <a:solidFill>
                  <a:srgbClr val="555B6E"/>
                </a:solidFill>
                <a:latin typeface="Segoe UI"/>
              </a:rPr>
              <a:t>Each building is a group, its retrofit packages 1 to 4 are the items; at most one package per building. x(i,k) = 1 means building i gets package k.</a:t>
            </a:r>
          </a:p>
        </p:txBody>
      </p:sp>
      <p:sp>
        <p:nvSpPr>
          <p:cNvPr id="11" name="TextBox 10"/>
          <p:cNvSpPr txBox="1"/>
          <p:nvPr/>
        </p:nvSpPr>
        <p:spPr>
          <a:xfrm>
            <a:off x="6812280" y="3840480"/>
            <a:ext cx="4754880" cy="1371600"/>
          </a:xfrm>
          <a:prstGeom prst="rect">
            <a:avLst/>
          </a:prstGeom>
          <a:noFill/>
        </p:spPr>
        <p:txBody>
          <a:bodyPr wrap="square" lIns="0" tIns="0" rIns="0" bIns="0" anchor="t">
            <a:spAutoFit/>
          </a:bodyPr>
          <a:lstStyle/>
          <a:p>
            <a:pPr algn="l">
              <a:spcAft>
                <a:spcPts val="600"/>
              </a:spcAft>
            </a:pPr>
            <a:r>
              <a:rPr sz="1600" b="0">
                <a:solidFill>
                  <a:srgbClr val="181C62"/>
                </a:solidFill>
                <a:latin typeface="Cambria Math"/>
              </a:rPr>
              <a:t>max  Σ kWh_savings(i,k) · x(i,k)</a:t>
            </a:r>
          </a:p>
          <a:p>
            <a:pPr algn="l">
              <a:spcAft>
                <a:spcPts val="600"/>
              </a:spcAft>
            </a:pPr>
            <a:r>
              <a:rPr sz="1600" b="0">
                <a:solidFill>
                  <a:srgbClr val="181C62"/>
                </a:solidFill>
                <a:latin typeface="Cambria Math"/>
              </a:rPr>
              <a:t>s.t.  Σ cost(i,k) · x(i,k) ≤ budget</a:t>
            </a:r>
          </a:p>
          <a:p>
            <a:pPr algn="l">
              <a:spcAft>
                <a:spcPts val="600"/>
              </a:spcAft>
            </a:pPr>
            <a:r>
              <a:rPr sz="1600" b="0">
                <a:solidFill>
                  <a:srgbClr val="181C62"/>
                </a:solidFill>
                <a:latin typeface="Cambria Math"/>
              </a:rPr>
              <a:t>Σ_k x(i,k) ≤ 1   for every building i</a:t>
            </a:r>
          </a:p>
          <a:p>
            <a:pPr algn="l">
              <a:spcAft>
                <a:spcPts val="600"/>
              </a:spcAft>
            </a:pPr>
            <a:r>
              <a:rPr sz="1600" b="0">
                <a:solidFill>
                  <a:srgbClr val="181C62"/>
                </a:solidFill>
                <a:latin typeface="Cambria Math"/>
              </a:rPr>
              <a:t>x(i,k) ∈ {0, 1}</a:t>
            </a:r>
          </a:p>
        </p:txBody>
      </p:sp>
      <p:sp>
        <p:nvSpPr>
          <p:cNvPr id="12" name="TextBox 11"/>
          <p:cNvSpPr txBox="1"/>
          <p:nvPr/>
        </p:nvSpPr>
        <p:spPr>
          <a:xfrm>
            <a:off x="6812280" y="5349240"/>
            <a:ext cx="4754880" cy="548640"/>
          </a:xfrm>
          <a:prstGeom prst="rect">
            <a:avLst/>
          </a:prstGeom>
          <a:noFill/>
        </p:spPr>
        <p:txBody>
          <a:bodyPr wrap="square" lIns="0" tIns="0" rIns="0" bIns="0" anchor="t">
            <a:spAutoFit/>
          </a:bodyPr>
          <a:lstStyle/>
          <a:p>
            <a:pPr algn="l">
              <a:spcAft>
                <a:spcPts val="600"/>
              </a:spcAft>
            </a:pPr>
            <a:r>
              <a:rPr sz="1400" b="0">
                <a:solidFill>
                  <a:srgbClr val="555B6E"/>
                </a:solidFill>
                <a:latin typeface="Segoe UI"/>
              </a:rPr>
              <a:t>kWh_savings(i,k) = predicted kWh savings from the CATE model; costs are known.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Worked example: prediction, plan and regret</a:t>
            </a:r>
          </a:p>
        </p:txBody>
      </p:sp>
      <p:sp>
        <p:nvSpPr>
          <p:cNvPr id="4" name="Slide Number Placeholder 3"/>
          <p:cNvSpPr>
            <a:spLocks noGrp="1"/>
          </p:cNvSpPr>
          <p:nvPr>
            <p:ph type="sldNum" sz="quarter" idx="12"/>
          </p:nvPr>
        </p:nvSpPr>
        <p:spPr/>
        <p:txBody>
          <a:bodyPr/>
          <a:lstStyle/>
          <a:p>
            <a:fld id="{B6F15528-21DE-4FAA-801E-634DDDAF4B2B}" type="slidenum">
              <a:t>3</a:t>
            </a:fld>
            <a:endParaRPr/>
          </a:p>
        </p:txBody>
      </p:sp>
      <p:sp>
        <p:nvSpPr>
          <p:cNvPr id="5" name="Rectangle 4"/>
          <p:cNvSpPr/>
          <p:nvPr/>
        </p:nvSpPr>
        <p:spPr>
          <a:xfrm>
            <a:off x="420624" y="2011680"/>
            <a:ext cx="3639312" cy="1234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3504" y="2121408"/>
            <a:ext cx="3291840" cy="320040"/>
          </a:xfrm>
          <a:prstGeom prst="rect">
            <a:avLst/>
          </a:prstGeom>
          <a:noFill/>
        </p:spPr>
        <p:txBody>
          <a:bodyPr wrap="square" lIns="0" tIns="0" rIns="0" bIns="0" anchor="t">
            <a:spAutoFit/>
          </a:bodyPr>
          <a:lstStyle/>
          <a:p>
            <a:pPr algn="l">
              <a:spcAft>
                <a:spcPts val="600"/>
              </a:spcAft>
            </a:pPr>
            <a:r>
              <a:rPr sz="1700" b="1">
                <a:solidFill>
                  <a:srgbClr val="181C62"/>
                </a:solidFill>
                <a:latin typeface="Segoe UI"/>
              </a:rPr>
              <a:t>Options</a:t>
            </a:r>
          </a:p>
        </p:txBody>
      </p:sp>
      <p:sp>
        <p:nvSpPr>
          <p:cNvPr id="7" name="TextBox 6"/>
          <p:cNvSpPr txBox="1"/>
          <p:nvPr/>
        </p:nvSpPr>
        <p:spPr>
          <a:xfrm>
            <a:off x="603504" y="2487168"/>
            <a:ext cx="3291840" cy="731520"/>
          </a:xfrm>
          <a:prstGeom prst="rect">
            <a:avLst/>
          </a:prstGeom>
          <a:noFill/>
        </p:spPr>
        <p:txBody>
          <a:bodyPr wrap="square" lIns="0" tIns="0" rIns="0" bIns="0" anchor="t">
            <a:spAutoFit/>
          </a:bodyPr>
          <a:lstStyle/>
          <a:p>
            <a:pPr algn="l">
              <a:spcAft>
                <a:spcPts val="600"/>
              </a:spcAft>
            </a:pPr>
            <a:r>
              <a:rPr sz="1300" b="0">
                <a:solidFill>
                  <a:srgbClr val="555B6E"/>
                </a:solidFill>
                <a:latin typeface="Segoe UI"/>
              </a:rPr>
              <a:t>5 buildings, every retrofit costs the same, the budget pays for 3.</a:t>
            </a:r>
          </a:p>
        </p:txBody>
      </p:sp>
      <p:sp>
        <p:nvSpPr>
          <p:cNvPr id="8" name="Rectangle 7"/>
          <p:cNvSpPr/>
          <p:nvPr/>
        </p:nvSpPr>
        <p:spPr>
          <a:xfrm>
            <a:off x="4242816" y="2011680"/>
            <a:ext cx="3639312" cy="1234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25696" y="2121408"/>
            <a:ext cx="3291840" cy="320040"/>
          </a:xfrm>
          <a:prstGeom prst="rect">
            <a:avLst/>
          </a:prstGeom>
          <a:noFill/>
        </p:spPr>
        <p:txBody>
          <a:bodyPr wrap="square" lIns="0" tIns="0" rIns="0" bIns="0" anchor="t">
            <a:spAutoFit/>
          </a:bodyPr>
          <a:lstStyle/>
          <a:p>
            <a:pPr algn="l">
              <a:spcAft>
                <a:spcPts val="600"/>
              </a:spcAft>
            </a:pPr>
            <a:r>
              <a:rPr sz="1700" b="1">
                <a:solidFill>
                  <a:srgbClr val="181C62"/>
                </a:solidFill>
                <a:latin typeface="Segoe UI"/>
              </a:rPr>
              <a:t>Prediction</a:t>
            </a:r>
          </a:p>
        </p:txBody>
      </p:sp>
      <p:sp>
        <p:nvSpPr>
          <p:cNvPr id="10" name="TextBox 9"/>
          <p:cNvSpPr txBox="1"/>
          <p:nvPr/>
        </p:nvSpPr>
        <p:spPr>
          <a:xfrm>
            <a:off x="4425696" y="2487168"/>
            <a:ext cx="3291840" cy="731520"/>
          </a:xfrm>
          <a:prstGeom prst="rect">
            <a:avLst/>
          </a:prstGeom>
          <a:noFill/>
        </p:spPr>
        <p:txBody>
          <a:bodyPr wrap="square" lIns="0" tIns="0" rIns="0" bIns="0" anchor="t">
            <a:spAutoFit/>
          </a:bodyPr>
          <a:lstStyle/>
          <a:p>
            <a:pPr algn="l">
              <a:spcAft>
                <a:spcPts val="600"/>
              </a:spcAft>
            </a:pPr>
            <a:r>
              <a:rPr sz="1300" b="0">
                <a:solidFill>
                  <a:srgbClr val="555B6E"/>
                </a:solidFill>
                <a:latin typeface="Segoe UI"/>
              </a:rPr>
              <a:t>The CATE model's estimated kWh savings per building. True kWh savings are known only in simulation.</a:t>
            </a:r>
          </a:p>
        </p:txBody>
      </p:sp>
      <p:sp>
        <p:nvSpPr>
          <p:cNvPr id="11" name="Rectangle 10"/>
          <p:cNvSpPr/>
          <p:nvPr/>
        </p:nvSpPr>
        <p:spPr>
          <a:xfrm>
            <a:off x="8065008" y="2011680"/>
            <a:ext cx="3639312" cy="123444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47888" y="2121408"/>
            <a:ext cx="3291840" cy="320040"/>
          </a:xfrm>
          <a:prstGeom prst="rect">
            <a:avLst/>
          </a:prstGeom>
          <a:noFill/>
        </p:spPr>
        <p:txBody>
          <a:bodyPr wrap="square" lIns="0" tIns="0" rIns="0" bIns="0" anchor="t">
            <a:spAutoFit/>
          </a:bodyPr>
          <a:lstStyle/>
          <a:p>
            <a:pPr algn="l">
              <a:spcAft>
                <a:spcPts val="600"/>
              </a:spcAft>
            </a:pPr>
            <a:r>
              <a:rPr sz="1700" b="1">
                <a:solidFill>
                  <a:srgbClr val="181C62"/>
                </a:solidFill>
                <a:latin typeface="Segoe UI"/>
              </a:rPr>
              <a:t>Regret</a:t>
            </a:r>
          </a:p>
        </p:txBody>
      </p:sp>
      <p:sp>
        <p:nvSpPr>
          <p:cNvPr id="13" name="TextBox 12"/>
          <p:cNvSpPr txBox="1"/>
          <p:nvPr/>
        </p:nvSpPr>
        <p:spPr>
          <a:xfrm>
            <a:off x="8247888" y="2487168"/>
            <a:ext cx="3291840" cy="731520"/>
          </a:xfrm>
          <a:prstGeom prst="rect">
            <a:avLst/>
          </a:prstGeom>
          <a:noFill/>
        </p:spPr>
        <p:txBody>
          <a:bodyPr wrap="square" lIns="0" tIns="0" rIns="0" bIns="0" anchor="t">
            <a:spAutoFit/>
          </a:bodyPr>
          <a:lstStyle/>
          <a:p>
            <a:pPr algn="l">
              <a:spcAft>
                <a:spcPts val="600"/>
              </a:spcAft>
            </a:pPr>
            <a:r>
              <a:rPr sz="1300" b="0">
                <a:solidFill>
                  <a:srgbClr val="555B6E"/>
                </a:solidFill>
                <a:latin typeface="Segoe UI"/>
              </a:rPr>
              <a:t>True kWh savings lost by the plan built on predictions, as a share of the best possible.</a:t>
            </a:r>
          </a:p>
        </p:txBody>
      </p:sp>
      <p:graphicFrame>
        <p:nvGraphicFramePr>
          <p:cNvPr id="14" name="Table 13"/>
          <p:cNvGraphicFramePr>
            <a:graphicFrameLocks noGrp="1"/>
          </p:cNvGraphicFramePr>
          <p:nvPr/>
        </p:nvGraphicFramePr>
        <p:xfrm>
          <a:off x="420624" y="3429000"/>
          <a:ext cx="6675120" cy="2029968"/>
        </p:xfrm>
        <a:graphic>
          <a:graphicData uri="http://schemas.openxmlformats.org/drawingml/2006/table">
            <a:tbl>
              <a:tblPr firstRow="1"/>
              <a:tblGrid>
                <a:gridCol w="10058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338328">
                <a:tc>
                  <a:txBody>
                    <a:bodyPr/>
                    <a:lstStyle/>
                    <a:p>
                      <a:pPr algn="l"/>
                      <a:r>
                        <a:rPr sz="1400" b="1">
                          <a:solidFill>
                            <a:srgbClr val="FFFFFF"/>
                          </a:solidFill>
                          <a:latin typeface="Segoe UI"/>
                        </a:rPr>
                        <a:t>Building</a:t>
                      </a:r>
                    </a:p>
                  </a:txBody>
                  <a:tcPr marL="73152" marR="73152" marT="27432" marB="27432" anchor="ctr">
                    <a:solidFill>
                      <a:srgbClr val="181C62"/>
                    </a:solidFill>
                  </a:tcPr>
                </a:tc>
                <a:tc>
                  <a:txBody>
                    <a:bodyPr/>
                    <a:lstStyle/>
                    <a:p>
                      <a:pPr algn="ctr"/>
                      <a:r>
                        <a:rPr sz="1400" b="1">
                          <a:solidFill>
                            <a:srgbClr val="FFFFFF"/>
                          </a:solidFill>
                          <a:latin typeface="Segoe UI"/>
                        </a:rPr>
                        <a:t>True kWh savings</a:t>
                      </a:r>
                    </a:p>
                  </a:txBody>
                  <a:tcPr marL="73152" marR="73152" marT="27432" marB="27432" anchor="ctr">
                    <a:solidFill>
                      <a:srgbClr val="181C62"/>
                    </a:solidFill>
                  </a:tcPr>
                </a:tc>
                <a:tc>
                  <a:txBody>
                    <a:bodyPr/>
                    <a:lstStyle/>
                    <a:p>
                      <a:pPr algn="ctr"/>
                      <a:r>
                        <a:rPr sz="1400" b="1">
                          <a:solidFill>
                            <a:srgbClr val="FFFFFF"/>
                          </a:solidFill>
                          <a:latin typeface="Segoe UI"/>
                        </a:rPr>
                        <a:t>Predicted kWh savings</a:t>
                      </a:r>
                    </a:p>
                  </a:txBody>
                  <a:tcPr marL="73152" marR="73152" marT="27432" marB="27432" anchor="ctr">
                    <a:solidFill>
                      <a:srgbClr val="181C62"/>
                    </a:solidFill>
                  </a:tcPr>
                </a:tc>
                <a:tc>
                  <a:txBody>
                    <a:bodyPr/>
                    <a:lstStyle/>
                    <a:p>
                      <a:pPr algn="ctr"/>
                      <a:r>
                        <a:rPr sz="1400" b="1">
                          <a:solidFill>
                            <a:srgbClr val="FFFFFF"/>
                          </a:solidFill>
                          <a:latin typeface="Segoe UI"/>
                        </a:rPr>
                        <a:t>Best plan</a:t>
                      </a:r>
                    </a:p>
                  </a:txBody>
                  <a:tcPr marL="73152" marR="73152" marT="27432" marB="27432" anchor="ctr">
                    <a:solidFill>
                      <a:srgbClr val="181C62"/>
                    </a:solidFill>
                  </a:tcPr>
                </a:tc>
                <a:tc>
                  <a:txBody>
                    <a:bodyPr/>
                    <a:lstStyle/>
                    <a:p>
                      <a:pPr algn="ctr"/>
                      <a:r>
                        <a:rPr sz="1400" b="1">
                          <a:solidFill>
                            <a:srgbClr val="FFFFFF"/>
                          </a:solidFill>
                          <a:latin typeface="Segoe UI"/>
                        </a:rPr>
                        <a:t>Plan from prediction</a:t>
                      </a:r>
                    </a:p>
                  </a:txBody>
                  <a:tcPr marL="73152" marR="73152" marT="27432" marB="27432" anchor="ctr">
                    <a:solidFill>
                      <a:srgbClr val="181C62"/>
                    </a:solidFill>
                  </a:tcPr>
                </a:tc>
                <a:extLst>
                  <a:ext uri="{0D108BD9-81ED-4DB2-BD59-A6C34878D82A}">
                    <a16:rowId xmlns:a16="http://schemas.microsoft.com/office/drawing/2014/main" val="10000"/>
                  </a:ext>
                </a:extLst>
              </a:tr>
              <a:tr h="338328">
                <a:tc>
                  <a:txBody>
                    <a:bodyPr/>
                    <a:lstStyle/>
                    <a:p>
                      <a:pPr algn="l"/>
                      <a:r>
                        <a:rPr sz="1400" b="0">
                          <a:solidFill>
                            <a:srgbClr val="1A1D2E"/>
                          </a:solidFill>
                          <a:latin typeface="Segoe UI"/>
                        </a:rPr>
                        <a:t>B1</a:t>
                      </a:r>
                    </a:p>
                  </a:txBody>
                  <a:tcPr marL="73152" marR="73152" marT="27432" marB="27432" anchor="ctr">
                    <a:solidFill>
                      <a:srgbClr val="FFFFFF"/>
                    </a:solidFill>
                  </a:tcPr>
                </a:tc>
                <a:tc>
                  <a:txBody>
                    <a:bodyPr/>
                    <a:lstStyle/>
                    <a:p>
                      <a:pPr algn="ctr"/>
                      <a:r>
                        <a:rPr sz="1400" b="0">
                          <a:solidFill>
                            <a:srgbClr val="1A1D2E"/>
                          </a:solidFill>
                          <a:latin typeface="Segoe UI"/>
                        </a:rPr>
                        <a:t>900</a:t>
                      </a:r>
                    </a:p>
                  </a:txBody>
                  <a:tcPr marL="73152" marR="73152" marT="27432" marB="27432" anchor="ctr">
                    <a:solidFill>
                      <a:srgbClr val="FFFFFF"/>
                    </a:solidFill>
                  </a:tcPr>
                </a:tc>
                <a:tc>
                  <a:txBody>
                    <a:bodyPr/>
                    <a:lstStyle/>
                    <a:p>
                      <a:pPr algn="ctr"/>
                      <a:r>
                        <a:rPr sz="1400" b="0">
                          <a:solidFill>
                            <a:srgbClr val="1A1D2E"/>
                          </a:solidFill>
                          <a:latin typeface="Segoe UI"/>
                        </a:rPr>
                        <a:t>880</a:t>
                      </a:r>
                    </a:p>
                  </a:txBody>
                  <a:tcPr marL="73152" marR="73152" marT="27432" marB="27432" anchor="ctr">
                    <a:solidFill>
                      <a:srgbClr val="FFFFFF"/>
                    </a:solidFill>
                  </a:tcPr>
                </a:tc>
                <a:tc>
                  <a:txBody>
                    <a:bodyPr/>
                    <a:lstStyle/>
                    <a:p>
                      <a:pPr algn="ctr"/>
                      <a:r>
                        <a:rPr sz="1400" b="0">
                          <a:solidFill>
                            <a:srgbClr val="1A1D2E"/>
                          </a:solidFill>
                          <a:latin typeface="Segoe UI"/>
                        </a:rPr>
                        <a:t>✓</a:t>
                      </a:r>
                    </a:p>
                  </a:txBody>
                  <a:tcPr marL="73152" marR="73152" marT="27432" marB="27432" anchor="ctr">
                    <a:solidFill>
                      <a:srgbClr val="FFFFFF"/>
                    </a:solidFill>
                  </a:tcPr>
                </a:tc>
                <a:tc>
                  <a:txBody>
                    <a:bodyPr/>
                    <a:lstStyle/>
                    <a:p>
                      <a:pPr algn="ctr"/>
                      <a:r>
                        <a:rPr sz="1400" b="0">
                          <a:solidFill>
                            <a:srgbClr val="1A1D2E"/>
                          </a:solidFill>
                          <a:latin typeface="Segoe UI"/>
                        </a:rPr>
                        <a:t>✓</a:t>
                      </a:r>
                    </a:p>
                  </a:txBody>
                  <a:tcPr marL="73152" marR="73152" marT="27432" marB="27432" anchor="ctr">
                    <a:solidFill>
                      <a:srgbClr val="FFFFFF"/>
                    </a:solidFill>
                  </a:tcPr>
                </a:tc>
                <a:extLst>
                  <a:ext uri="{0D108BD9-81ED-4DB2-BD59-A6C34878D82A}">
                    <a16:rowId xmlns:a16="http://schemas.microsoft.com/office/drawing/2014/main" val="10001"/>
                  </a:ext>
                </a:extLst>
              </a:tr>
              <a:tr h="338328">
                <a:tc>
                  <a:txBody>
                    <a:bodyPr/>
                    <a:lstStyle/>
                    <a:p>
                      <a:pPr algn="l"/>
                      <a:r>
                        <a:rPr sz="1400" b="0">
                          <a:solidFill>
                            <a:srgbClr val="1A1D2E"/>
                          </a:solidFill>
                          <a:latin typeface="Segoe UI"/>
                        </a:rPr>
                        <a:t>B2</a:t>
                      </a:r>
                    </a:p>
                  </a:txBody>
                  <a:tcPr marL="73152" marR="73152" marT="27432" marB="27432" anchor="ctr">
                    <a:solidFill>
                      <a:srgbClr val="EEF2F8"/>
                    </a:solidFill>
                  </a:tcPr>
                </a:tc>
                <a:tc>
                  <a:txBody>
                    <a:bodyPr/>
                    <a:lstStyle/>
                    <a:p>
                      <a:pPr algn="ctr"/>
                      <a:r>
                        <a:rPr sz="1400" b="0">
                          <a:solidFill>
                            <a:srgbClr val="1A1D2E"/>
                          </a:solidFill>
                          <a:latin typeface="Segoe UI"/>
                        </a:rPr>
                        <a:t>750</a:t>
                      </a:r>
                    </a:p>
                  </a:txBody>
                  <a:tcPr marL="73152" marR="73152" marT="27432" marB="27432" anchor="ctr">
                    <a:solidFill>
                      <a:srgbClr val="EEF2F8"/>
                    </a:solidFill>
                  </a:tcPr>
                </a:tc>
                <a:tc>
                  <a:txBody>
                    <a:bodyPr/>
                    <a:lstStyle/>
                    <a:p>
                      <a:pPr algn="ctr"/>
                      <a:r>
                        <a:rPr sz="1400" b="0">
                          <a:solidFill>
                            <a:srgbClr val="1A1D2E"/>
                          </a:solidFill>
                          <a:latin typeface="Segoe UI"/>
                        </a:rPr>
                        <a:t>760</a:t>
                      </a:r>
                    </a:p>
                  </a:txBody>
                  <a:tcPr marL="73152" marR="73152" marT="27432" marB="27432" anchor="ctr">
                    <a:solidFill>
                      <a:srgbClr val="EEF2F8"/>
                    </a:solidFill>
                  </a:tcPr>
                </a:tc>
                <a:tc>
                  <a:txBody>
                    <a:bodyPr/>
                    <a:lstStyle/>
                    <a:p>
                      <a:pPr algn="ctr"/>
                      <a:r>
                        <a:rPr sz="1400" b="0">
                          <a:solidFill>
                            <a:srgbClr val="1A1D2E"/>
                          </a:solidFill>
                          <a:latin typeface="Segoe UI"/>
                        </a:rPr>
                        <a:t>✓</a:t>
                      </a:r>
                    </a:p>
                  </a:txBody>
                  <a:tcPr marL="73152" marR="73152" marT="27432" marB="27432" anchor="ctr">
                    <a:solidFill>
                      <a:srgbClr val="EEF2F8"/>
                    </a:solidFill>
                  </a:tcPr>
                </a:tc>
                <a:tc>
                  <a:txBody>
                    <a:bodyPr/>
                    <a:lstStyle/>
                    <a:p>
                      <a:pPr algn="ctr"/>
                      <a:r>
                        <a:rPr sz="1400" b="0">
                          <a:solidFill>
                            <a:srgbClr val="1A1D2E"/>
                          </a:solidFill>
                          <a:latin typeface="Segoe UI"/>
                        </a:rPr>
                        <a:t>✓</a:t>
                      </a:r>
                    </a:p>
                  </a:txBody>
                  <a:tcPr marL="73152" marR="73152" marT="27432" marB="27432" anchor="ctr">
                    <a:solidFill>
                      <a:srgbClr val="EEF2F8"/>
                    </a:solidFill>
                  </a:tcPr>
                </a:tc>
                <a:extLst>
                  <a:ext uri="{0D108BD9-81ED-4DB2-BD59-A6C34878D82A}">
                    <a16:rowId xmlns:a16="http://schemas.microsoft.com/office/drawing/2014/main" val="10002"/>
                  </a:ext>
                </a:extLst>
              </a:tr>
              <a:tr h="338328">
                <a:tc>
                  <a:txBody>
                    <a:bodyPr/>
                    <a:lstStyle/>
                    <a:p>
                      <a:pPr algn="l"/>
                      <a:r>
                        <a:rPr sz="1400" b="0">
                          <a:solidFill>
                            <a:srgbClr val="1A1D2E"/>
                          </a:solidFill>
                          <a:latin typeface="Segoe UI"/>
                        </a:rPr>
                        <a:t>B3</a:t>
                      </a:r>
                    </a:p>
                  </a:txBody>
                  <a:tcPr marL="73152" marR="73152" marT="27432" marB="27432" anchor="ctr">
                    <a:solidFill>
                      <a:srgbClr val="F7E3F1"/>
                    </a:solidFill>
                  </a:tcPr>
                </a:tc>
                <a:tc>
                  <a:txBody>
                    <a:bodyPr/>
                    <a:lstStyle/>
                    <a:p>
                      <a:pPr algn="ctr"/>
                      <a:r>
                        <a:rPr sz="1400" b="0">
                          <a:solidFill>
                            <a:srgbClr val="1A1D2E"/>
                          </a:solidFill>
                          <a:latin typeface="Segoe UI"/>
                        </a:rPr>
                        <a:t>520</a:t>
                      </a:r>
                    </a:p>
                  </a:txBody>
                  <a:tcPr marL="73152" marR="73152" marT="27432" marB="27432" anchor="ctr">
                    <a:solidFill>
                      <a:srgbClr val="F7E3F1"/>
                    </a:solidFill>
                  </a:tcPr>
                </a:tc>
                <a:tc>
                  <a:txBody>
                    <a:bodyPr/>
                    <a:lstStyle/>
                    <a:p>
                      <a:pPr algn="ctr"/>
                      <a:r>
                        <a:rPr sz="1400" b="0">
                          <a:solidFill>
                            <a:srgbClr val="1A1D2E"/>
                          </a:solidFill>
                          <a:latin typeface="Segoe UI"/>
                        </a:rPr>
                        <a:t>490</a:t>
                      </a:r>
                    </a:p>
                  </a:txBody>
                  <a:tcPr marL="73152" marR="73152" marT="27432" marB="27432" anchor="ctr">
                    <a:solidFill>
                      <a:srgbClr val="F7E3F1"/>
                    </a:solidFill>
                  </a:tcPr>
                </a:tc>
                <a:tc>
                  <a:txBody>
                    <a:bodyPr/>
                    <a:lstStyle/>
                    <a:p>
                      <a:pPr algn="ctr"/>
                      <a:r>
                        <a:rPr sz="1400" b="0">
                          <a:solidFill>
                            <a:srgbClr val="1A1D2E"/>
                          </a:solidFill>
                          <a:latin typeface="Segoe UI"/>
                        </a:rPr>
                        <a:t>✓</a:t>
                      </a:r>
                    </a:p>
                  </a:txBody>
                  <a:tcPr marL="73152" marR="73152" marT="27432" marB="27432" anchor="ctr">
                    <a:solidFill>
                      <a:srgbClr val="F7E3F1"/>
                    </a:solidFill>
                  </a:tcPr>
                </a:tc>
                <a:tc>
                  <a:txBody>
                    <a:bodyPr/>
                    <a:lstStyle/>
                    <a:p>
                      <a:pPr algn="ctr"/>
                      <a:r>
                        <a:rPr sz="1400" b="0">
                          <a:solidFill>
                            <a:srgbClr val="1A1D2E"/>
                          </a:solidFill>
                          <a:latin typeface="Segoe UI"/>
                        </a:rPr>
                        <a:t>no</a:t>
                      </a:r>
                    </a:p>
                  </a:txBody>
                  <a:tcPr marL="73152" marR="73152" marT="27432" marB="27432" anchor="ctr">
                    <a:solidFill>
                      <a:srgbClr val="F7E3F1"/>
                    </a:solidFill>
                  </a:tcPr>
                </a:tc>
                <a:extLst>
                  <a:ext uri="{0D108BD9-81ED-4DB2-BD59-A6C34878D82A}">
                    <a16:rowId xmlns:a16="http://schemas.microsoft.com/office/drawing/2014/main" val="10003"/>
                  </a:ext>
                </a:extLst>
              </a:tr>
              <a:tr h="338328">
                <a:tc>
                  <a:txBody>
                    <a:bodyPr/>
                    <a:lstStyle/>
                    <a:p>
                      <a:pPr algn="l"/>
                      <a:r>
                        <a:rPr sz="1400" b="0">
                          <a:solidFill>
                            <a:srgbClr val="1A1D2E"/>
                          </a:solidFill>
                          <a:latin typeface="Segoe UI"/>
                        </a:rPr>
                        <a:t>B4</a:t>
                      </a:r>
                    </a:p>
                  </a:txBody>
                  <a:tcPr marL="73152" marR="73152" marT="27432" marB="27432" anchor="ctr">
                    <a:solidFill>
                      <a:srgbClr val="F7E3F1"/>
                    </a:solidFill>
                  </a:tcPr>
                </a:tc>
                <a:tc>
                  <a:txBody>
                    <a:bodyPr/>
                    <a:lstStyle/>
                    <a:p>
                      <a:pPr algn="ctr"/>
                      <a:r>
                        <a:rPr sz="1400" b="0">
                          <a:solidFill>
                            <a:srgbClr val="1A1D2E"/>
                          </a:solidFill>
                          <a:latin typeface="Segoe UI"/>
                        </a:rPr>
                        <a:t>500</a:t>
                      </a:r>
                    </a:p>
                  </a:txBody>
                  <a:tcPr marL="73152" marR="73152" marT="27432" marB="27432" anchor="ctr">
                    <a:solidFill>
                      <a:srgbClr val="F7E3F1"/>
                    </a:solidFill>
                  </a:tcPr>
                </a:tc>
                <a:tc>
                  <a:txBody>
                    <a:bodyPr/>
                    <a:lstStyle/>
                    <a:p>
                      <a:pPr algn="ctr"/>
                      <a:r>
                        <a:rPr sz="1400" b="0">
                          <a:solidFill>
                            <a:srgbClr val="1A1D2E"/>
                          </a:solidFill>
                          <a:latin typeface="Segoe UI"/>
                        </a:rPr>
                        <a:t>530</a:t>
                      </a:r>
                    </a:p>
                  </a:txBody>
                  <a:tcPr marL="73152" marR="73152" marT="27432" marB="27432" anchor="ctr">
                    <a:solidFill>
                      <a:srgbClr val="F7E3F1"/>
                    </a:solidFill>
                  </a:tcPr>
                </a:tc>
                <a:tc>
                  <a:txBody>
                    <a:bodyPr/>
                    <a:lstStyle/>
                    <a:p>
                      <a:pPr algn="ctr"/>
                      <a:r>
                        <a:rPr sz="1400" b="0">
                          <a:solidFill>
                            <a:srgbClr val="1A1D2E"/>
                          </a:solidFill>
                          <a:latin typeface="Segoe UI"/>
                        </a:rPr>
                        <a:t>no</a:t>
                      </a:r>
                    </a:p>
                  </a:txBody>
                  <a:tcPr marL="73152" marR="73152" marT="27432" marB="27432" anchor="ctr">
                    <a:solidFill>
                      <a:srgbClr val="F7E3F1"/>
                    </a:solidFill>
                  </a:tcPr>
                </a:tc>
                <a:tc>
                  <a:txBody>
                    <a:bodyPr/>
                    <a:lstStyle/>
                    <a:p>
                      <a:pPr algn="ctr"/>
                      <a:r>
                        <a:rPr sz="1400" b="0">
                          <a:solidFill>
                            <a:srgbClr val="1A1D2E"/>
                          </a:solidFill>
                          <a:latin typeface="Segoe UI"/>
                        </a:rPr>
                        <a:t>✓</a:t>
                      </a:r>
                    </a:p>
                  </a:txBody>
                  <a:tcPr marL="73152" marR="73152" marT="27432" marB="27432" anchor="ctr">
                    <a:solidFill>
                      <a:srgbClr val="F7E3F1"/>
                    </a:solidFill>
                  </a:tcPr>
                </a:tc>
                <a:extLst>
                  <a:ext uri="{0D108BD9-81ED-4DB2-BD59-A6C34878D82A}">
                    <a16:rowId xmlns:a16="http://schemas.microsoft.com/office/drawing/2014/main" val="10004"/>
                  </a:ext>
                </a:extLst>
              </a:tr>
              <a:tr h="338328">
                <a:tc>
                  <a:txBody>
                    <a:bodyPr/>
                    <a:lstStyle/>
                    <a:p>
                      <a:pPr algn="l"/>
                      <a:r>
                        <a:rPr sz="1400" b="0">
                          <a:solidFill>
                            <a:srgbClr val="1A1D2E"/>
                          </a:solidFill>
                          <a:latin typeface="Segoe UI"/>
                        </a:rPr>
                        <a:t>B5</a:t>
                      </a:r>
                    </a:p>
                  </a:txBody>
                  <a:tcPr marL="73152" marR="73152" marT="27432" marB="27432" anchor="ctr">
                    <a:solidFill>
                      <a:srgbClr val="FFFFFF"/>
                    </a:solidFill>
                  </a:tcPr>
                </a:tc>
                <a:tc>
                  <a:txBody>
                    <a:bodyPr/>
                    <a:lstStyle/>
                    <a:p>
                      <a:pPr algn="ctr"/>
                      <a:r>
                        <a:rPr sz="1400" b="0">
                          <a:solidFill>
                            <a:srgbClr val="1A1D2E"/>
                          </a:solidFill>
                          <a:latin typeface="Segoe UI"/>
                        </a:rPr>
                        <a:t>300</a:t>
                      </a:r>
                    </a:p>
                  </a:txBody>
                  <a:tcPr marL="73152" marR="73152" marT="27432" marB="27432" anchor="ctr">
                    <a:solidFill>
                      <a:srgbClr val="FFFFFF"/>
                    </a:solidFill>
                  </a:tcPr>
                </a:tc>
                <a:tc>
                  <a:txBody>
                    <a:bodyPr/>
                    <a:lstStyle/>
                    <a:p>
                      <a:pPr algn="ctr"/>
                      <a:r>
                        <a:rPr sz="1400" b="0">
                          <a:solidFill>
                            <a:srgbClr val="1A1D2E"/>
                          </a:solidFill>
                          <a:latin typeface="Segoe UI"/>
                        </a:rPr>
                        <a:t>310</a:t>
                      </a:r>
                    </a:p>
                  </a:txBody>
                  <a:tcPr marL="73152" marR="73152" marT="27432" marB="27432" anchor="ctr">
                    <a:solidFill>
                      <a:srgbClr val="FFFFFF"/>
                    </a:solidFill>
                  </a:tcPr>
                </a:tc>
                <a:tc>
                  <a:txBody>
                    <a:bodyPr/>
                    <a:lstStyle/>
                    <a:p>
                      <a:pPr algn="ctr"/>
                      <a:r>
                        <a:rPr sz="1400" b="0">
                          <a:solidFill>
                            <a:srgbClr val="1A1D2E"/>
                          </a:solidFill>
                          <a:latin typeface="Segoe UI"/>
                        </a:rPr>
                        <a:t>no</a:t>
                      </a:r>
                    </a:p>
                  </a:txBody>
                  <a:tcPr marL="73152" marR="73152" marT="27432" marB="27432" anchor="ctr">
                    <a:solidFill>
                      <a:srgbClr val="FFFFFF"/>
                    </a:solidFill>
                  </a:tcPr>
                </a:tc>
                <a:tc>
                  <a:txBody>
                    <a:bodyPr/>
                    <a:lstStyle/>
                    <a:p>
                      <a:pPr algn="ctr"/>
                      <a:r>
                        <a:rPr sz="1400" b="0">
                          <a:solidFill>
                            <a:srgbClr val="1A1D2E"/>
                          </a:solidFill>
                          <a:latin typeface="Segoe UI"/>
                        </a:rPr>
                        <a:t>no</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5" name="Rectangle 14"/>
          <p:cNvSpPr/>
          <p:nvPr/>
        </p:nvSpPr>
        <p:spPr>
          <a:xfrm>
            <a:off x="7406640" y="3474720"/>
            <a:ext cx="4361688" cy="2194560"/>
          </a:xfrm>
          <a:prstGeom prst="rect">
            <a:avLst/>
          </a:prstGeom>
          <a:solidFill>
            <a:srgbClr val="FFFFFF"/>
          </a:solidFill>
          <a:ln w="12700">
            <a:solidFill>
              <a:srgbClr val="23A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0" y="3584448"/>
            <a:ext cx="4023360" cy="2011680"/>
          </a:xfrm>
          <a:prstGeom prst="rect">
            <a:avLst/>
          </a:prstGeom>
          <a:noFill/>
        </p:spPr>
        <p:txBody>
          <a:bodyPr wrap="square" lIns="0" tIns="0" rIns="0" bIns="0" anchor="t">
            <a:spAutoFit/>
          </a:bodyPr>
          <a:lstStyle/>
          <a:p>
            <a:pPr algn="l">
              <a:spcAft>
                <a:spcPts val="600"/>
              </a:spcAft>
            </a:pPr>
            <a:r>
              <a:rPr sz="1400" b="1">
                <a:solidFill>
                  <a:srgbClr val="181C62"/>
                </a:solidFill>
                <a:latin typeface="Segoe UI"/>
              </a:rPr>
              <a:t>Best plan (true kWh savings): </a:t>
            </a:r>
            <a:r>
              <a:rPr sz="1400" b="0">
                <a:solidFill>
                  <a:srgbClr val="555B6E"/>
                </a:solidFill>
                <a:latin typeface="Segoe UI"/>
              </a:rPr>
              <a:t>B1 + B2 + B3 = 900 + 750 + 520 = 2,170 kWh</a:t>
            </a:r>
          </a:p>
          <a:p>
            <a:pPr algn="l">
              <a:spcAft>
                <a:spcPts val="600"/>
              </a:spcAft>
            </a:pPr>
            <a:r>
              <a:rPr sz="1400" b="1">
                <a:solidFill>
                  <a:srgbClr val="181C62"/>
                </a:solidFill>
                <a:latin typeface="Segoe UI"/>
              </a:rPr>
              <a:t>Plan from prediction: </a:t>
            </a:r>
            <a:r>
              <a:rPr sz="1400" b="0">
                <a:solidFill>
                  <a:srgbClr val="555B6E"/>
                </a:solidFill>
                <a:latin typeface="Segoe UI"/>
              </a:rPr>
              <a:t>B1 + B2 + B4, truly 900 + 750 + 500 = 2,150 kWh</a:t>
            </a:r>
          </a:p>
          <a:p>
            <a:pPr algn="l">
              <a:spcAft>
                <a:spcPts val="600"/>
              </a:spcAft>
            </a:pPr>
            <a:r>
              <a:rPr sz="1400" b="1">
                <a:solidFill>
                  <a:srgbClr val="C138A0"/>
                </a:solidFill>
                <a:latin typeface="Segoe UI"/>
              </a:rPr>
              <a:t>Regret = (2,170 − 2,150) / 2,170 = 0.9%</a:t>
            </a:r>
          </a:p>
        </p:txBody>
      </p:sp>
      <p:sp>
        <p:nvSpPr>
          <p:cNvPr id="17" name="TextBox 16"/>
          <p:cNvSpPr txBox="1"/>
          <p:nvPr/>
        </p:nvSpPr>
        <p:spPr>
          <a:xfrm>
            <a:off x="420624" y="5897880"/>
            <a:ext cx="11338560" cy="365760"/>
          </a:xfrm>
          <a:prstGeom prst="rect">
            <a:avLst/>
          </a:prstGeom>
          <a:noFill/>
        </p:spPr>
        <p:txBody>
          <a:bodyPr wrap="square" lIns="0" tIns="0" rIns="0" bIns="0" anchor="t">
            <a:spAutoFit/>
          </a:bodyPr>
          <a:lstStyle/>
          <a:p>
            <a:pPr algn="l">
              <a:spcAft>
                <a:spcPts val="600"/>
              </a:spcAft>
            </a:pPr>
            <a:r>
              <a:rPr sz="1400" b="0">
                <a:solidFill>
                  <a:srgbClr val="181C62"/>
                </a:solidFill>
                <a:latin typeface="Segoe UI"/>
              </a:rPr>
              <a:t>B3 and B4 are predicted about 6% off. The swap costs the true gap between them (20 kWh), not the size of the error.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Lower prediction error does not mean lower regret</a:t>
            </a:r>
          </a:p>
        </p:txBody>
      </p:sp>
      <p:sp>
        <p:nvSpPr>
          <p:cNvPr id="4" name="Slide Number Placeholder 3"/>
          <p:cNvSpPr>
            <a:spLocks noGrp="1"/>
          </p:cNvSpPr>
          <p:nvPr>
            <p:ph type="sldNum" sz="quarter" idx="12"/>
          </p:nvPr>
        </p:nvSpPr>
        <p:spPr/>
        <p:txBody>
          <a:bodyPr/>
          <a:lstStyle/>
          <a:p>
            <a:fld id="{B6F15528-21DE-4FAA-801E-634DDDAF4B2B}" type="slidenum">
              <a:t>4</a:t>
            </a:fld>
            <a:endParaRPr/>
          </a:p>
        </p:txBody>
      </p:sp>
      <p:sp>
        <p:nvSpPr>
          <p:cNvPr id="5" name="TextBox 4"/>
          <p:cNvSpPr txBox="1"/>
          <p:nvPr/>
        </p:nvSpPr>
        <p:spPr>
          <a:xfrm>
            <a:off x="420624" y="1965960"/>
            <a:ext cx="3639312" cy="594360"/>
          </a:xfrm>
          <a:prstGeom prst="rect">
            <a:avLst/>
          </a:prstGeom>
          <a:noFill/>
        </p:spPr>
        <p:txBody>
          <a:bodyPr wrap="square" lIns="0" tIns="0" rIns="0" bIns="0" anchor="t">
            <a:spAutoFit/>
          </a:bodyPr>
          <a:lstStyle/>
          <a:p>
            <a:pPr algn="l">
              <a:spcAft>
                <a:spcPts val="600"/>
              </a:spcAft>
            </a:pPr>
            <a:r>
              <a:rPr sz="1500" b="1">
                <a:solidFill>
                  <a:srgbClr val="181C62"/>
                </a:solidFill>
                <a:latin typeface="Segoe UI"/>
              </a:rPr>
              <a:t>A. Big error on an unfunded building</a:t>
            </a:r>
          </a:p>
        </p:txBody>
      </p:sp>
      <p:graphicFrame>
        <p:nvGraphicFramePr>
          <p:cNvPr id="6" name="Table 5"/>
          <p:cNvGraphicFramePr>
            <a:graphicFrameLocks noGrp="1"/>
          </p:cNvGraphicFramePr>
          <p:nvPr/>
        </p:nvGraphicFramePr>
        <p:xfrm>
          <a:off x="420624" y="2606040"/>
          <a:ext cx="3639312" cy="1975104"/>
        </p:xfrm>
        <a:graphic>
          <a:graphicData uri="http://schemas.openxmlformats.org/drawingml/2006/table">
            <a:tbl>
              <a:tblPr firstRow="1"/>
              <a:tblGrid>
                <a:gridCol w="5486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261872">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329184">
                <a:tc>
                  <a:txBody>
                    <a:bodyPr/>
                    <a:lstStyle/>
                    <a:p>
                      <a:pPr algn="l"/>
                      <a:endParaRPr/>
                    </a:p>
                  </a:txBody>
                  <a:tcPr marL="73152" marR="73152" marT="27432" marB="27432" anchor="ctr">
                    <a:solidFill>
                      <a:srgbClr val="181C62"/>
                    </a:solidFill>
                  </a:tcPr>
                </a:tc>
                <a:tc>
                  <a:txBody>
                    <a:bodyPr/>
                    <a:lstStyle/>
                    <a:p>
                      <a:pPr algn="ctr"/>
                      <a:r>
                        <a:rPr sz="1300" b="1">
                          <a:solidFill>
                            <a:srgbClr val="FFFFFF"/>
                          </a:solidFill>
                          <a:latin typeface="Segoe UI"/>
                        </a:rPr>
                        <a:t>True kWh</a:t>
                      </a:r>
                    </a:p>
                  </a:txBody>
                  <a:tcPr marL="73152" marR="73152" marT="27432" marB="27432" anchor="ctr">
                    <a:solidFill>
                      <a:srgbClr val="181C62"/>
                    </a:solidFill>
                  </a:tcPr>
                </a:tc>
                <a:tc>
                  <a:txBody>
                    <a:bodyPr/>
                    <a:lstStyle/>
                    <a:p>
                      <a:pPr algn="ctr"/>
                      <a:r>
                        <a:rPr sz="1300" b="1">
                          <a:solidFill>
                            <a:srgbClr val="FFFFFF"/>
                          </a:solidFill>
                          <a:latin typeface="Segoe UI"/>
                        </a:rPr>
                        <a:t>Predicted kWh</a:t>
                      </a:r>
                    </a:p>
                  </a:txBody>
                  <a:tcPr marL="73152" marR="73152" marT="27432" marB="27432" anchor="ctr">
                    <a:solidFill>
                      <a:srgbClr val="181C62"/>
                    </a:solidFill>
                  </a:tcPr>
                </a:tc>
                <a:tc>
                  <a:txBody>
                    <a:bodyPr/>
                    <a:lstStyle/>
                    <a:p>
                      <a:pPr algn="ctr"/>
                      <a:r>
                        <a:rPr sz="1300" b="1">
                          <a:solidFill>
                            <a:srgbClr val="FFFFFF"/>
                          </a:solidFill>
                          <a:latin typeface="Segoe UI"/>
                        </a:rPr>
                        <a:t>Funded</a:t>
                      </a:r>
                    </a:p>
                  </a:txBody>
                  <a:tcPr marL="73152" marR="73152" marT="27432" marB="27432" anchor="ctr">
                    <a:solidFill>
                      <a:srgbClr val="181C62"/>
                    </a:solidFill>
                  </a:tcPr>
                </a:tc>
                <a:extLst>
                  <a:ext uri="{0D108BD9-81ED-4DB2-BD59-A6C34878D82A}">
                    <a16:rowId xmlns:a16="http://schemas.microsoft.com/office/drawing/2014/main" val="10000"/>
                  </a:ext>
                </a:extLst>
              </a:tr>
              <a:tr h="329184">
                <a:tc>
                  <a:txBody>
                    <a:bodyPr/>
                    <a:lstStyle/>
                    <a:p>
                      <a:pPr algn="l"/>
                      <a:r>
                        <a:rPr sz="1300" b="0">
                          <a:solidFill>
                            <a:srgbClr val="1A1D2E"/>
                          </a:solidFill>
                          <a:latin typeface="Segoe UI"/>
                        </a:rPr>
                        <a:t>B1</a:t>
                      </a:r>
                    </a:p>
                  </a:txBody>
                  <a:tcPr marL="73152" marR="73152" marT="27432" marB="27432" anchor="ctr">
                    <a:solidFill>
                      <a:srgbClr val="FFFFFF"/>
                    </a:solidFill>
                  </a:tcPr>
                </a:tc>
                <a:tc>
                  <a:txBody>
                    <a:bodyPr/>
                    <a:lstStyle/>
                    <a:p>
                      <a:pPr algn="ctr"/>
                      <a:r>
                        <a:rPr sz="1300" b="0">
                          <a:solidFill>
                            <a:srgbClr val="1A1D2E"/>
                          </a:solidFill>
                          <a:latin typeface="Segoe UI"/>
                        </a:rPr>
                        <a:t>900</a:t>
                      </a:r>
                    </a:p>
                  </a:txBody>
                  <a:tcPr marL="73152" marR="73152" marT="27432" marB="27432" anchor="ctr">
                    <a:solidFill>
                      <a:srgbClr val="FFFFFF"/>
                    </a:solidFill>
                  </a:tcPr>
                </a:tc>
                <a:tc>
                  <a:txBody>
                    <a:bodyPr/>
                    <a:lstStyle/>
                    <a:p>
                      <a:pPr algn="ctr"/>
                      <a:r>
                        <a:rPr sz="1300" b="0">
                          <a:solidFill>
                            <a:srgbClr val="1A1D2E"/>
                          </a:solidFill>
                          <a:latin typeface="Segoe UI"/>
                        </a:rPr>
                        <a:t>880</a:t>
                      </a:r>
                    </a:p>
                  </a:txBody>
                  <a:tcPr marL="73152" marR="73152" marT="27432" marB="27432" anchor="ctr">
                    <a:solidFill>
                      <a:srgbClr val="FFFFFF"/>
                    </a:solidFill>
                  </a:tcPr>
                </a:tc>
                <a:tc>
                  <a:txBody>
                    <a:bodyPr/>
                    <a:lstStyle/>
                    <a:p>
                      <a:pPr algn="ctr"/>
                      <a:r>
                        <a:rPr sz="1300" b="0">
                          <a:solidFill>
                            <a:srgbClr val="1A1D2E"/>
                          </a:solidFill>
                          <a:latin typeface="Segoe UI"/>
                        </a:rPr>
                        <a:t>yes</a:t>
                      </a:r>
                    </a:p>
                  </a:txBody>
                  <a:tcPr marL="73152" marR="73152"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300" b="0">
                          <a:solidFill>
                            <a:srgbClr val="1A1D2E"/>
                          </a:solidFill>
                          <a:latin typeface="Segoe UI"/>
                        </a:rPr>
                        <a:t>B2</a:t>
                      </a:r>
                    </a:p>
                  </a:txBody>
                  <a:tcPr marL="73152" marR="73152" marT="27432" marB="27432" anchor="ctr">
                    <a:solidFill>
                      <a:srgbClr val="EEF2F8"/>
                    </a:solidFill>
                  </a:tcPr>
                </a:tc>
                <a:tc>
                  <a:txBody>
                    <a:bodyPr/>
                    <a:lstStyle/>
                    <a:p>
                      <a:pPr algn="ctr"/>
                      <a:r>
                        <a:rPr sz="1300" b="0">
                          <a:solidFill>
                            <a:srgbClr val="1A1D2E"/>
                          </a:solidFill>
                          <a:latin typeface="Segoe UI"/>
                        </a:rPr>
                        <a:t>750</a:t>
                      </a:r>
                    </a:p>
                  </a:txBody>
                  <a:tcPr marL="73152" marR="73152" marT="27432" marB="27432" anchor="ctr">
                    <a:solidFill>
                      <a:srgbClr val="EEF2F8"/>
                    </a:solidFill>
                  </a:tcPr>
                </a:tc>
                <a:tc>
                  <a:txBody>
                    <a:bodyPr/>
                    <a:lstStyle/>
                    <a:p>
                      <a:pPr algn="ctr"/>
                      <a:r>
                        <a:rPr sz="1300" b="0">
                          <a:solidFill>
                            <a:srgbClr val="1A1D2E"/>
                          </a:solidFill>
                          <a:latin typeface="Segoe UI"/>
                        </a:rPr>
                        <a:t>780</a:t>
                      </a:r>
                    </a:p>
                  </a:txBody>
                  <a:tcPr marL="73152" marR="73152" marT="27432" marB="27432" anchor="ctr">
                    <a:solidFill>
                      <a:srgbClr val="EEF2F8"/>
                    </a:solidFill>
                  </a:tcPr>
                </a:tc>
                <a:tc>
                  <a:txBody>
                    <a:bodyPr/>
                    <a:lstStyle/>
                    <a:p>
                      <a:pPr algn="ctr"/>
                      <a:r>
                        <a:rPr sz="1300" b="0">
                          <a:solidFill>
                            <a:srgbClr val="1A1D2E"/>
                          </a:solidFill>
                          <a:latin typeface="Segoe UI"/>
                        </a:rPr>
                        <a:t>yes</a:t>
                      </a:r>
                    </a:p>
                  </a:txBody>
                  <a:tcPr marL="73152" marR="73152" marT="27432" marB="27432" anchor="ctr">
                    <a:solidFill>
                      <a:srgbClr val="EEF2F8"/>
                    </a:solidFill>
                  </a:tcPr>
                </a:tc>
                <a:extLst>
                  <a:ext uri="{0D108BD9-81ED-4DB2-BD59-A6C34878D82A}">
                    <a16:rowId xmlns:a16="http://schemas.microsoft.com/office/drawing/2014/main" val="10002"/>
                  </a:ext>
                </a:extLst>
              </a:tr>
              <a:tr h="329184">
                <a:tc>
                  <a:txBody>
                    <a:bodyPr/>
                    <a:lstStyle/>
                    <a:p>
                      <a:pPr algn="l"/>
                      <a:r>
                        <a:rPr sz="1300" b="0">
                          <a:solidFill>
                            <a:srgbClr val="1A1D2E"/>
                          </a:solidFill>
                          <a:latin typeface="Segoe UI"/>
                        </a:rPr>
                        <a:t>B3</a:t>
                      </a:r>
                    </a:p>
                  </a:txBody>
                  <a:tcPr marL="73152" marR="73152" marT="27432" marB="27432" anchor="ctr">
                    <a:solidFill>
                      <a:srgbClr val="FFFFFF"/>
                    </a:solidFill>
                  </a:tcPr>
                </a:tc>
                <a:tc>
                  <a:txBody>
                    <a:bodyPr/>
                    <a:lstStyle/>
                    <a:p>
                      <a:pPr algn="ctr"/>
                      <a:r>
                        <a:rPr sz="1300" b="0">
                          <a:solidFill>
                            <a:srgbClr val="1A1D2E"/>
                          </a:solidFill>
                          <a:latin typeface="Segoe UI"/>
                        </a:rPr>
                        <a:t>520</a:t>
                      </a:r>
                    </a:p>
                  </a:txBody>
                  <a:tcPr marL="73152" marR="73152" marT="27432" marB="27432" anchor="ctr">
                    <a:solidFill>
                      <a:srgbClr val="FFFFFF"/>
                    </a:solidFill>
                  </a:tcPr>
                </a:tc>
                <a:tc>
                  <a:txBody>
                    <a:bodyPr/>
                    <a:lstStyle/>
                    <a:p>
                      <a:pPr algn="ctr"/>
                      <a:r>
                        <a:rPr sz="1300" b="0">
                          <a:solidFill>
                            <a:srgbClr val="1A1D2E"/>
                          </a:solidFill>
                          <a:latin typeface="Segoe UI"/>
                        </a:rPr>
                        <a:t>550</a:t>
                      </a:r>
                    </a:p>
                  </a:txBody>
                  <a:tcPr marL="73152" marR="73152" marT="27432" marB="27432" anchor="ctr">
                    <a:solidFill>
                      <a:srgbClr val="FFFFFF"/>
                    </a:solidFill>
                  </a:tcPr>
                </a:tc>
                <a:tc>
                  <a:txBody>
                    <a:bodyPr/>
                    <a:lstStyle/>
                    <a:p>
                      <a:pPr algn="ctr"/>
                      <a:r>
                        <a:rPr sz="1300" b="0">
                          <a:solidFill>
                            <a:srgbClr val="1A1D2E"/>
                          </a:solidFill>
                          <a:latin typeface="Segoe UI"/>
                        </a:rPr>
                        <a:t>yes</a:t>
                      </a:r>
                    </a:p>
                  </a:txBody>
                  <a:tcPr marL="73152" marR="73152" marT="27432" marB="27432" anchor="ctr">
                    <a:solidFill>
                      <a:srgbClr val="FFFFFF"/>
                    </a:solidFill>
                  </a:tcPr>
                </a:tc>
                <a:extLst>
                  <a:ext uri="{0D108BD9-81ED-4DB2-BD59-A6C34878D82A}">
                    <a16:rowId xmlns:a16="http://schemas.microsoft.com/office/drawing/2014/main" val="10003"/>
                  </a:ext>
                </a:extLst>
              </a:tr>
              <a:tr h="329184">
                <a:tc>
                  <a:txBody>
                    <a:bodyPr/>
                    <a:lstStyle/>
                    <a:p>
                      <a:pPr algn="l"/>
                      <a:r>
                        <a:rPr sz="1300" b="0">
                          <a:solidFill>
                            <a:srgbClr val="1A1D2E"/>
                          </a:solidFill>
                          <a:latin typeface="Segoe UI"/>
                        </a:rPr>
                        <a:t>B4</a:t>
                      </a:r>
                    </a:p>
                  </a:txBody>
                  <a:tcPr marL="73152" marR="73152" marT="27432" marB="27432" anchor="ctr">
                    <a:solidFill>
                      <a:srgbClr val="EEF2F8"/>
                    </a:solidFill>
                  </a:tcPr>
                </a:tc>
                <a:tc>
                  <a:txBody>
                    <a:bodyPr/>
                    <a:lstStyle/>
                    <a:p>
                      <a:pPr algn="ctr"/>
                      <a:r>
                        <a:rPr sz="1300" b="0">
                          <a:solidFill>
                            <a:srgbClr val="1A1D2E"/>
                          </a:solidFill>
                          <a:latin typeface="Segoe UI"/>
                        </a:rPr>
                        <a:t>500</a:t>
                      </a:r>
                    </a:p>
                  </a:txBody>
                  <a:tcPr marL="73152" marR="73152" marT="27432" marB="27432" anchor="ctr">
                    <a:solidFill>
                      <a:srgbClr val="EEF2F8"/>
                    </a:solidFill>
                  </a:tcPr>
                </a:tc>
                <a:tc>
                  <a:txBody>
                    <a:bodyPr/>
                    <a:lstStyle/>
                    <a:p>
                      <a:pPr algn="ctr"/>
                      <a:r>
                        <a:rPr sz="1300" b="0">
                          <a:solidFill>
                            <a:srgbClr val="1A1D2E"/>
                          </a:solidFill>
                          <a:latin typeface="Segoe UI"/>
                        </a:rPr>
                        <a:t>470</a:t>
                      </a:r>
                    </a:p>
                  </a:txBody>
                  <a:tcPr marL="73152" marR="73152" marT="27432" marB="27432" anchor="ctr">
                    <a:solidFill>
                      <a:srgbClr val="EEF2F8"/>
                    </a:solidFill>
                  </a:tcPr>
                </a:tc>
                <a:tc>
                  <a:txBody>
                    <a:bodyPr/>
                    <a:lstStyle/>
                    <a:p>
                      <a:pPr algn="ctr"/>
                      <a:r>
                        <a:rPr sz="1300" b="0">
                          <a:solidFill>
                            <a:srgbClr val="1A1D2E"/>
                          </a:solidFill>
                          <a:latin typeface="Segoe UI"/>
                        </a:rPr>
                        <a:t>no</a:t>
                      </a:r>
                    </a:p>
                  </a:txBody>
                  <a:tcPr marL="73152" marR="73152" marT="27432" marB="27432" anchor="ctr">
                    <a:solidFill>
                      <a:srgbClr val="EEF2F8"/>
                    </a:solidFill>
                  </a:tcPr>
                </a:tc>
                <a:extLst>
                  <a:ext uri="{0D108BD9-81ED-4DB2-BD59-A6C34878D82A}">
                    <a16:rowId xmlns:a16="http://schemas.microsoft.com/office/drawing/2014/main" val="10004"/>
                  </a:ext>
                </a:extLst>
              </a:tr>
              <a:tr h="329184">
                <a:tc>
                  <a:txBody>
                    <a:bodyPr/>
                    <a:lstStyle/>
                    <a:p>
                      <a:pPr algn="l"/>
                      <a:r>
                        <a:rPr sz="1300" b="0">
                          <a:solidFill>
                            <a:srgbClr val="1A1D2E"/>
                          </a:solidFill>
                          <a:latin typeface="Segoe UI"/>
                        </a:rPr>
                        <a:t>B5</a:t>
                      </a:r>
                    </a:p>
                  </a:txBody>
                  <a:tcPr marL="73152" marR="73152" marT="27432" marB="27432" anchor="ctr">
                    <a:solidFill>
                      <a:srgbClr val="FFFFFF"/>
                    </a:solidFill>
                  </a:tcPr>
                </a:tc>
                <a:tc>
                  <a:txBody>
                    <a:bodyPr/>
                    <a:lstStyle/>
                    <a:p>
                      <a:pPr algn="ctr"/>
                      <a:r>
                        <a:rPr sz="1300" b="0">
                          <a:solidFill>
                            <a:srgbClr val="1A1D2E"/>
                          </a:solidFill>
                          <a:latin typeface="Segoe UI"/>
                        </a:rPr>
                        <a:t>300</a:t>
                      </a:r>
                    </a:p>
                  </a:txBody>
                  <a:tcPr marL="73152" marR="73152" marT="27432" marB="27432" anchor="ctr">
                    <a:solidFill>
                      <a:srgbClr val="FFFFFF"/>
                    </a:solidFill>
                  </a:tcPr>
                </a:tc>
                <a:tc>
                  <a:txBody>
                    <a:bodyPr/>
                    <a:lstStyle/>
                    <a:p>
                      <a:pPr algn="ctr"/>
                      <a:r>
                        <a:rPr sz="1300" b="0">
                          <a:solidFill>
                            <a:srgbClr val="1A1D2E"/>
                          </a:solidFill>
                          <a:latin typeface="Segoe UI"/>
                        </a:rPr>
                        <a:t>100</a:t>
                      </a:r>
                    </a:p>
                  </a:txBody>
                  <a:tcPr marL="73152" marR="73152" marT="27432" marB="27432" anchor="ctr">
                    <a:solidFill>
                      <a:srgbClr val="FFFFFF"/>
                    </a:solidFill>
                  </a:tcPr>
                </a:tc>
                <a:tc>
                  <a:txBody>
                    <a:bodyPr/>
                    <a:lstStyle/>
                    <a:p>
                      <a:pPr algn="ctr"/>
                      <a:r>
                        <a:rPr sz="1300" b="0">
                          <a:solidFill>
                            <a:srgbClr val="1A1D2E"/>
                          </a:solidFill>
                          <a:latin typeface="Segoe UI"/>
                        </a:rPr>
                        <a:t>no</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420624" y="4864608"/>
            <a:ext cx="3639312" cy="457200"/>
          </a:xfrm>
          <a:prstGeom prst="rect">
            <a:avLst/>
          </a:prstGeom>
          <a:noFill/>
        </p:spPr>
        <p:txBody>
          <a:bodyPr wrap="square" lIns="0" tIns="0" rIns="0" bIns="0" anchor="t">
            <a:spAutoFit/>
          </a:bodyPr>
          <a:lstStyle/>
          <a:p>
            <a:pPr algn="l">
              <a:spcAft>
                <a:spcPts val="600"/>
              </a:spcAft>
            </a:pPr>
            <a:r>
              <a:rPr sz="1300" b="0">
                <a:solidFill>
                  <a:srgbClr val="555B6E"/>
                </a:solidFill>
                <a:latin typeface="Segoe UI"/>
              </a:rPr>
              <a:t>B5 is predicted 67% too low, but it is never funded.</a:t>
            </a:r>
          </a:p>
        </p:txBody>
      </p:sp>
      <p:sp>
        <p:nvSpPr>
          <p:cNvPr id="8" name="Rectangle 7"/>
          <p:cNvSpPr/>
          <p:nvPr/>
        </p:nvSpPr>
        <p:spPr>
          <a:xfrm>
            <a:off x="420624" y="5394960"/>
            <a:ext cx="3639312" cy="658368"/>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7784" y="5440680"/>
            <a:ext cx="1737360" cy="566928"/>
          </a:xfrm>
          <a:prstGeom prst="rect">
            <a:avLst/>
          </a:prstGeom>
          <a:noFill/>
        </p:spPr>
        <p:txBody>
          <a:bodyPr wrap="square" lIns="0" tIns="0" rIns="0" bIns="0" anchor="t">
            <a:spAutoFit/>
          </a:bodyPr>
          <a:lstStyle/>
          <a:p>
            <a:pPr algn="l">
              <a:spcAft>
                <a:spcPts val="600"/>
              </a:spcAft>
            </a:pPr>
            <a:r>
              <a:rPr sz="1100" b="0">
                <a:solidFill>
                  <a:srgbClr val="555B6E"/>
                </a:solidFill>
                <a:latin typeface="Segoe UI"/>
              </a:rPr>
              <a:t>Mean abs. error</a:t>
            </a:r>
          </a:p>
          <a:p>
            <a:pPr algn="l">
              <a:spcAft>
                <a:spcPts val="600"/>
              </a:spcAft>
            </a:pPr>
            <a:r>
              <a:rPr sz="1800" b="1">
                <a:solidFill>
                  <a:srgbClr val="181C62"/>
                </a:solidFill>
                <a:latin typeface="Segoe UI"/>
              </a:rPr>
              <a:t>62 kWh</a:t>
            </a:r>
          </a:p>
        </p:txBody>
      </p:sp>
      <p:sp>
        <p:nvSpPr>
          <p:cNvPr id="10" name="TextBox 9"/>
          <p:cNvSpPr txBox="1"/>
          <p:nvPr/>
        </p:nvSpPr>
        <p:spPr>
          <a:xfrm>
            <a:off x="2340864" y="5440680"/>
            <a:ext cx="1645920" cy="566928"/>
          </a:xfrm>
          <a:prstGeom prst="rect">
            <a:avLst/>
          </a:prstGeom>
          <a:noFill/>
        </p:spPr>
        <p:txBody>
          <a:bodyPr wrap="square" lIns="0" tIns="0" rIns="0" bIns="0" anchor="t">
            <a:spAutoFit/>
          </a:bodyPr>
          <a:lstStyle/>
          <a:p>
            <a:pPr algn="l">
              <a:spcAft>
                <a:spcPts val="600"/>
              </a:spcAft>
            </a:pPr>
            <a:r>
              <a:rPr sz="1100" b="0">
                <a:solidFill>
                  <a:srgbClr val="555B6E"/>
                </a:solidFill>
                <a:latin typeface="Segoe UI"/>
              </a:rPr>
              <a:t>Regret</a:t>
            </a:r>
          </a:p>
          <a:p>
            <a:pPr algn="l">
              <a:spcAft>
                <a:spcPts val="600"/>
              </a:spcAft>
            </a:pPr>
            <a:r>
              <a:rPr sz="1800" b="1">
                <a:solidFill>
                  <a:srgbClr val="181C62"/>
                </a:solidFill>
                <a:latin typeface="Segoe UI"/>
              </a:rPr>
              <a:t>0.0%</a:t>
            </a:r>
          </a:p>
        </p:txBody>
      </p:sp>
      <p:sp>
        <p:nvSpPr>
          <p:cNvPr id="11" name="TextBox 10"/>
          <p:cNvSpPr txBox="1"/>
          <p:nvPr/>
        </p:nvSpPr>
        <p:spPr>
          <a:xfrm>
            <a:off x="4242816" y="1965960"/>
            <a:ext cx="3639312" cy="594360"/>
          </a:xfrm>
          <a:prstGeom prst="rect">
            <a:avLst/>
          </a:prstGeom>
          <a:noFill/>
        </p:spPr>
        <p:txBody>
          <a:bodyPr wrap="square" lIns="0" tIns="0" rIns="0" bIns="0" anchor="t">
            <a:spAutoFit/>
          </a:bodyPr>
          <a:lstStyle/>
          <a:p>
            <a:pPr algn="l">
              <a:spcAft>
                <a:spcPts val="600"/>
              </a:spcAft>
            </a:pPr>
            <a:r>
              <a:rPr sz="1500" b="1">
                <a:solidFill>
                  <a:srgbClr val="181C62"/>
                </a:solidFill>
                <a:latin typeface="Segoe UI"/>
              </a:rPr>
              <a:t>B. Small errors at the budget cut</a:t>
            </a:r>
          </a:p>
        </p:txBody>
      </p:sp>
      <p:graphicFrame>
        <p:nvGraphicFramePr>
          <p:cNvPr id="12" name="Table 11"/>
          <p:cNvGraphicFramePr>
            <a:graphicFrameLocks noGrp="1"/>
          </p:cNvGraphicFramePr>
          <p:nvPr/>
        </p:nvGraphicFramePr>
        <p:xfrm>
          <a:off x="4242816" y="2606040"/>
          <a:ext cx="3639312" cy="1975104"/>
        </p:xfrm>
        <a:graphic>
          <a:graphicData uri="http://schemas.openxmlformats.org/drawingml/2006/table">
            <a:tbl>
              <a:tblPr firstRow="1"/>
              <a:tblGrid>
                <a:gridCol w="5486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261872">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329184">
                <a:tc>
                  <a:txBody>
                    <a:bodyPr/>
                    <a:lstStyle/>
                    <a:p>
                      <a:pPr algn="l"/>
                      <a:endParaRPr/>
                    </a:p>
                  </a:txBody>
                  <a:tcPr marL="73152" marR="73152" marT="27432" marB="27432" anchor="ctr">
                    <a:solidFill>
                      <a:srgbClr val="181C62"/>
                    </a:solidFill>
                  </a:tcPr>
                </a:tc>
                <a:tc>
                  <a:txBody>
                    <a:bodyPr/>
                    <a:lstStyle/>
                    <a:p>
                      <a:pPr algn="ctr"/>
                      <a:r>
                        <a:rPr sz="1300" b="1">
                          <a:solidFill>
                            <a:srgbClr val="FFFFFF"/>
                          </a:solidFill>
                          <a:latin typeface="Segoe UI"/>
                        </a:rPr>
                        <a:t>True kWh</a:t>
                      </a:r>
                    </a:p>
                  </a:txBody>
                  <a:tcPr marL="73152" marR="73152" marT="27432" marB="27432" anchor="ctr">
                    <a:solidFill>
                      <a:srgbClr val="181C62"/>
                    </a:solidFill>
                  </a:tcPr>
                </a:tc>
                <a:tc>
                  <a:txBody>
                    <a:bodyPr/>
                    <a:lstStyle/>
                    <a:p>
                      <a:pPr algn="ctr"/>
                      <a:r>
                        <a:rPr sz="1300" b="1">
                          <a:solidFill>
                            <a:srgbClr val="FFFFFF"/>
                          </a:solidFill>
                          <a:latin typeface="Segoe UI"/>
                        </a:rPr>
                        <a:t>Predicted kWh</a:t>
                      </a:r>
                    </a:p>
                  </a:txBody>
                  <a:tcPr marL="73152" marR="73152" marT="27432" marB="27432" anchor="ctr">
                    <a:solidFill>
                      <a:srgbClr val="181C62"/>
                    </a:solidFill>
                  </a:tcPr>
                </a:tc>
                <a:tc>
                  <a:txBody>
                    <a:bodyPr/>
                    <a:lstStyle/>
                    <a:p>
                      <a:pPr algn="ctr"/>
                      <a:r>
                        <a:rPr sz="1300" b="1">
                          <a:solidFill>
                            <a:srgbClr val="FFFFFF"/>
                          </a:solidFill>
                          <a:latin typeface="Segoe UI"/>
                        </a:rPr>
                        <a:t>Funded</a:t>
                      </a:r>
                    </a:p>
                  </a:txBody>
                  <a:tcPr marL="73152" marR="73152" marT="27432" marB="27432" anchor="ctr">
                    <a:solidFill>
                      <a:srgbClr val="181C62"/>
                    </a:solidFill>
                  </a:tcPr>
                </a:tc>
                <a:extLst>
                  <a:ext uri="{0D108BD9-81ED-4DB2-BD59-A6C34878D82A}">
                    <a16:rowId xmlns:a16="http://schemas.microsoft.com/office/drawing/2014/main" val="10000"/>
                  </a:ext>
                </a:extLst>
              </a:tr>
              <a:tr h="329184">
                <a:tc>
                  <a:txBody>
                    <a:bodyPr/>
                    <a:lstStyle/>
                    <a:p>
                      <a:pPr algn="l"/>
                      <a:r>
                        <a:rPr sz="1300" b="0">
                          <a:solidFill>
                            <a:srgbClr val="1A1D2E"/>
                          </a:solidFill>
                          <a:latin typeface="Segoe UI"/>
                        </a:rPr>
                        <a:t>B1</a:t>
                      </a:r>
                    </a:p>
                  </a:txBody>
                  <a:tcPr marL="73152" marR="73152" marT="27432" marB="27432" anchor="ctr">
                    <a:solidFill>
                      <a:srgbClr val="FFFFFF"/>
                    </a:solidFill>
                  </a:tcPr>
                </a:tc>
                <a:tc>
                  <a:txBody>
                    <a:bodyPr/>
                    <a:lstStyle/>
                    <a:p>
                      <a:pPr algn="ctr"/>
                      <a:r>
                        <a:rPr sz="1300" b="0">
                          <a:solidFill>
                            <a:srgbClr val="1A1D2E"/>
                          </a:solidFill>
                          <a:latin typeface="Segoe UI"/>
                        </a:rPr>
                        <a:t>900</a:t>
                      </a:r>
                    </a:p>
                  </a:txBody>
                  <a:tcPr marL="73152" marR="73152" marT="27432" marB="27432" anchor="ctr">
                    <a:solidFill>
                      <a:srgbClr val="FFFFFF"/>
                    </a:solidFill>
                  </a:tcPr>
                </a:tc>
                <a:tc>
                  <a:txBody>
                    <a:bodyPr/>
                    <a:lstStyle/>
                    <a:p>
                      <a:pPr algn="ctr"/>
                      <a:r>
                        <a:rPr sz="1300" b="0">
                          <a:solidFill>
                            <a:srgbClr val="1A1D2E"/>
                          </a:solidFill>
                          <a:latin typeface="Segoe UI"/>
                        </a:rPr>
                        <a:t>880</a:t>
                      </a:r>
                    </a:p>
                  </a:txBody>
                  <a:tcPr marL="73152" marR="73152" marT="27432" marB="27432" anchor="ctr">
                    <a:solidFill>
                      <a:srgbClr val="FFFFFF"/>
                    </a:solidFill>
                  </a:tcPr>
                </a:tc>
                <a:tc>
                  <a:txBody>
                    <a:bodyPr/>
                    <a:lstStyle/>
                    <a:p>
                      <a:pPr algn="ctr"/>
                      <a:r>
                        <a:rPr sz="1300" b="0">
                          <a:solidFill>
                            <a:srgbClr val="1A1D2E"/>
                          </a:solidFill>
                          <a:latin typeface="Segoe UI"/>
                        </a:rPr>
                        <a:t>yes</a:t>
                      </a:r>
                    </a:p>
                  </a:txBody>
                  <a:tcPr marL="73152" marR="73152"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300" b="0">
                          <a:solidFill>
                            <a:srgbClr val="1A1D2E"/>
                          </a:solidFill>
                          <a:latin typeface="Segoe UI"/>
                        </a:rPr>
                        <a:t>B2</a:t>
                      </a:r>
                    </a:p>
                  </a:txBody>
                  <a:tcPr marL="73152" marR="73152" marT="27432" marB="27432" anchor="ctr">
                    <a:solidFill>
                      <a:srgbClr val="EEF2F8"/>
                    </a:solidFill>
                  </a:tcPr>
                </a:tc>
                <a:tc>
                  <a:txBody>
                    <a:bodyPr/>
                    <a:lstStyle/>
                    <a:p>
                      <a:pPr algn="ctr"/>
                      <a:r>
                        <a:rPr sz="1300" b="0">
                          <a:solidFill>
                            <a:srgbClr val="1A1D2E"/>
                          </a:solidFill>
                          <a:latin typeface="Segoe UI"/>
                        </a:rPr>
                        <a:t>750</a:t>
                      </a:r>
                    </a:p>
                  </a:txBody>
                  <a:tcPr marL="73152" marR="73152" marT="27432" marB="27432" anchor="ctr">
                    <a:solidFill>
                      <a:srgbClr val="EEF2F8"/>
                    </a:solidFill>
                  </a:tcPr>
                </a:tc>
                <a:tc>
                  <a:txBody>
                    <a:bodyPr/>
                    <a:lstStyle/>
                    <a:p>
                      <a:pPr algn="ctr"/>
                      <a:r>
                        <a:rPr sz="1300" b="0">
                          <a:solidFill>
                            <a:srgbClr val="1A1D2E"/>
                          </a:solidFill>
                          <a:latin typeface="Segoe UI"/>
                        </a:rPr>
                        <a:t>760</a:t>
                      </a:r>
                    </a:p>
                  </a:txBody>
                  <a:tcPr marL="73152" marR="73152" marT="27432" marB="27432" anchor="ctr">
                    <a:solidFill>
                      <a:srgbClr val="EEF2F8"/>
                    </a:solidFill>
                  </a:tcPr>
                </a:tc>
                <a:tc>
                  <a:txBody>
                    <a:bodyPr/>
                    <a:lstStyle/>
                    <a:p>
                      <a:pPr algn="ctr"/>
                      <a:r>
                        <a:rPr sz="1300" b="0">
                          <a:solidFill>
                            <a:srgbClr val="1A1D2E"/>
                          </a:solidFill>
                          <a:latin typeface="Segoe UI"/>
                        </a:rPr>
                        <a:t>yes</a:t>
                      </a:r>
                    </a:p>
                  </a:txBody>
                  <a:tcPr marL="73152" marR="73152" marT="27432" marB="27432" anchor="ctr">
                    <a:solidFill>
                      <a:srgbClr val="EEF2F8"/>
                    </a:solidFill>
                  </a:tcPr>
                </a:tc>
                <a:extLst>
                  <a:ext uri="{0D108BD9-81ED-4DB2-BD59-A6C34878D82A}">
                    <a16:rowId xmlns:a16="http://schemas.microsoft.com/office/drawing/2014/main" val="10002"/>
                  </a:ext>
                </a:extLst>
              </a:tr>
              <a:tr h="329184">
                <a:tc>
                  <a:txBody>
                    <a:bodyPr/>
                    <a:lstStyle/>
                    <a:p>
                      <a:pPr algn="l"/>
                      <a:r>
                        <a:rPr sz="1300" b="0">
                          <a:solidFill>
                            <a:srgbClr val="1A1D2E"/>
                          </a:solidFill>
                          <a:latin typeface="Segoe UI"/>
                        </a:rPr>
                        <a:t>B3</a:t>
                      </a:r>
                    </a:p>
                  </a:txBody>
                  <a:tcPr marL="73152" marR="73152" marT="27432" marB="27432" anchor="ctr">
                    <a:solidFill>
                      <a:srgbClr val="F7E3F1"/>
                    </a:solidFill>
                  </a:tcPr>
                </a:tc>
                <a:tc>
                  <a:txBody>
                    <a:bodyPr/>
                    <a:lstStyle/>
                    <a:p>
                      <a:pPr algn="ctr"/>
                      <a:r>
                        <a:rPr sz="1300" b="0">
                          <a:solidFill>
                            <a:srgbClr val="1A1D2E"/>
                          </a:solidFill>
                          <a:latin typeface="Segoe UI"/>
                        </a:rPr>
                        <a:t>520</a:t>
                      </a:r>
                    </a:p>
                  </a:txBody>
                  <a:tcPr marL="73152" marR="73152" marT="27432" marB="27432" anchor="ctr">
                    <a:solidFill>
                      <a:srgbClr val="F7E3F1"/>
                    </a:solidFill>
                  </a:tcPr>
                </a:tc>
                <a:tc>
                  <a:txBody>
                    <a:bodyPr/>
                    <a:lstStyle/>
                    <a:p>
                      <a:pPr algn="ctr"/>
                      <a:r>
                        <a:rPr sz="1300" b="0">
                          <a:solidFill>
                            <a:srgbClr val="1A1D2E"/>
                          </a:solidFill>
                          <a:latin typeface="Segoe UI"/>
                        </a:rPr>
                        <a:t>490</a:t>
                      </a:r>
                    </a:p>
                  </a:txBody>
                  <a:tcPr marL="73152" marR="73152" marT="27432" marB="27432" anchor="ctr">
                    <a:solidFill>
                      <a:srgbClr val="F7E3F1"/>
                    </a:solidFill>
                  </a:tcPr>
                </a:tc>
                <a:tc>
                  <a:txBody>
                    <a:bodyPr/>
                    <a:lstStyle/>
                    <a:p>
                      <a:pPr algn="ctr"/>
                      <a:r>
                        <a:rPr sz="1300" b="0">
                          <a:solidFill>
                            <a:srgbClr val="1A1D2E"/>
                          </a:solidFill>
                          <a:latin typeface="Segoe UI"/>
                        </a:rPr>
                        <a:t>no</a:t>
                      </a:r>
                    </a:p>
                  </a:txBody>
                  <a:tcPr marL="73152" marR="73152" marT="27432" marB="27432" anchor="ctr">
                    <a:solidFill>
                      <a:srgbClr val="F7E3F1"/>
                    </a:solidFill>
                  </a:tcPr>
                </a:tc>
                <a:extLst>
                  <a:ext uri="{0D108BD9-81ED-4DB2-BD59-A6C34878D82A}">
                    <a16:rowId xmlns:a16="http://schemas.microsoft.com/office/drawing/2014/main" val="10003"/>
                  </a:ext>
                </a:extLst>
              </a:tr>
              <a:tr h="329184">
                <a:tc>
                  <a:txBody>
                    <a:bodyPr/>
                    <a:lstStyle/>
                    <a:p>
                      <a:pPr algn="l"/>
                      <a:r>
                        <a:rPr sz="1300" b="0">
                          <a:solidFill>
                            <a:srgbClr val="1A1D2E"/>
                          </a:solidFill>
                          <a:latin typeface="Segoe UI"/>
                        </a:rPr>
                        <a:t>B4</a:t>
                      </a:r>
                    </a:p>
                  </a:txBody>
                  <a:tcPr marL="73152" marR="73152" marT="27432" marB="27432" anchor="ctr">
                    <a:solidFill>
                      <a:srgbClr val="F7E3F1"/>
                    </a:solidFill>
                  </a:tcPr>
                </a:tc>
                <a:tc>
                  <a:txBody>
                    <a:bodyPr/>
                    <a:lstStyle/>
                    <a:p>
                      <a:pPr algn="ctr"/>
                      <a:r>
                        <a:rPr sz="1300" b="0">
                          <a:solidFill>
                            <a:srgbClr val="1A1D2E"/>
                          </a:solidFill>
                          <a:latin typeface="Segoe UI"/>
                        </a:rPr>
                        <a:t>500</a:t>
                      </a:r>
                    </a:p>
                  </a:txBody>
                  <a:tcPr marL="73152" marR="73152" marT="27432" marB="27432" anchor="ctr">
                    <a:solidFill>
                      <a:srgbClr val="F7E3F1"/>
                    </a:solidFill>
                  </a:tcPr>
                </a:tc>
                <a:tc>
                  <a:txBody>
                    <a:bodyPr/>
                    <a:lstStyle/>
                    <a:p>
                      <a:pPr algn="ctr"/>
                      <a:r>
                        <a:rPr sz="1300" b="0">
                          <a:solidFill>
                            <a:srgbClr val="1A1D2E"/>
                          </a:solidFill>
                          <a:latin typeface="Segoe UI"/>
                        </a:rPr>
                        <a:t>530</a:t>
                      </a:r>
                    </a:p>
                  </a:txBody>
                  <a:tcPr marL="73152" marR="73152" marT="27432" marB="27432" anchor="ctr">
                    <a:solidFill>
                      <a:srgbClr val="F7E3F1"/>
                    </a:solidFill>
                  </a:tcPr>
                </a:tc>
                <a:tc>
                  <a:txBody>
                    <a:bodyPr/>
                    <a:lstStyle/>
                    <a:p>
                      <a:pPr algn="ctr"/>
                      <a:r>
                        <a:rPr sz="1300" b="0">
                          <a:solidFill>
                            <a:srgbClr val="1A1D2E"/>
                          </a:solidFill>
                          <a:latin typeface="Segoe UI"/>
                        </a:rPr>
                        <a:t>yes</a:t>
                      </a:r>
                    </a:p>
                  </a:txBody>
                  <a:tcPr marL="73152" marR="73152" marT="27432" marB="27432" anchor="ctr">
                    <a:solidFill>
                      <a:srgbClr val="F7E3F1"/>
                    </a:solidFill>
                  </a:tcPr>
                </a:tc>
                <a:extLst>
                  <a:ext uri="{0D108BD9-81ED-4DB2-BD59-A6C34878D82A}">
                    <a16:rowId xmlns:a16="http://schemas.microsoft.com/office/drawing/2014/main" val="10004"/>
                  </a:ext>
                </a:extLst>
              </a:tr>
              <a:tr h="329184">
                <a:tc>
                  <a:txBody>
                    <a:bodyPr/>
                    <a:lstStyle/>
                    <a:p>
                      <a:pPr algn="l"/>
                      <a:r>
                        <a:rPr sz="1300" b="0">
                          <a:solidFill>
                            <a:srgbClr val="1A1D2E"/>
                          </a:solidFill>
                          <a:latin typeface="Segoe UI"/>
                        </a:rPr>
                        <a:t>B5</a:t>
                      </a:r>
                    </a:p>
                  </a:txBody>
                  <a:tcPr marL="73152" marR="73152" marT="27432" marB="27432" anchor="ctr">
                    <a:solidFill>
                      <a:srgbClr val="FFFFFF"/>
                    </a:solidFill>
                  </a:tcPr>
                </a:tc>
                <a:tc>
                  <a:txBody>
                    <a:bodyPr/>
                    <a:lstStyle/>
                    <a:p>
                      <a:pPr algn="ctr"/>
                      <a:r>
                        <a:rPr sz="1300" b="0">
                          <a:solidFill>
                            <a:srgbClr val="1A1D2E"/>
                          </a:solidFill>
                          <a:latin typeface="Segoe UI"/>
                        </a:rPr>
                        <a:t>300</a:t>
                      </a:r>
                    </a:p>
                  </a:txBody>
                  <a:tcPr marL="73152" marR="73152" marT="27432" marB="27432" anchor="ctr">
                    <a:solidFill>
                      <a:srgbClr val="FFFFFF"/>
                    </a:solidFill>
                  </a:tcPr>
                </a:tc>
                <a:tc>
                  <a:txBody>
                    <a:bodyPr/>
                    <a:lstStyle/>
                    <a:p>
                      <a:pPr algn="ctr"/>
                      <a:r>
                        <a:rPr sz="1300" b="0">
                          <a:solidFill>
                            <a:srgbClr val="1A1D2E"/>
                          </a:solidFill>
                          <a:latin typeface="Segoe UI"/>
                        </a:rPr>
                        <a:t>310</a:t>
                      </a:r>
                    </a:p>
                  </a:txBody>
                  <a:tcPr marL="73152" marR="73152" marT="27432" marB="27432" anchor="ctr">
                    <a:solidFill>
                      <a:srgbClr val="FFFFFF"/>
                    </a:solidFill>
                  </a:tcPr>
                </a:tc>
                <a:tc>
                  <a:txBody>
                    <a:bodyPr/>
                    <a:lstStyle/>
                    <a:p>
                      <a:pPr algn="ctr"/>
                      <a:r>
                        <a:rPr sz="1300" b="0">
                          <a:solidFill>
                            <a:srgbClr val="1A1D2E"/>
                          </a:solidFill>
                          <a:latin typeface="Segoe UI"/>
                        </a:rPr>
                        <a:t>no</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4242816" y="4864608"/>
            <a:ext cx="3639312" cy="457200"/>
          </a:xfrm>
          <a:prstGeom prst="rect">
            <a:avLst/>
          </a:prstGeom>
          <a:noFill/>
        </p:spPr>
        <p:txBody>
          <a:bodyPr wrap="square" lIns="0" tIns="0" rIns="0" bIns="0" anchor="t">
            <a:spAutoFit/>
          </a:bodyPr>
          <a:lstStyle/>
          <a:p>
            <a:pPr algn="l">
              <a:spcAft>
                <a:spcPts val="600"/>
              </a:spcAft>
            </a:pPr>
            <a:r>
              <a:rPr sz="1300" b="0">
                <a:solidFill>
                  <a:srgbClr val="555B6E"/>
                </a:solidFill>
                <a:latin typeface="Segoe UI"/>
              </a:rPr>
              <a:t>B3 and B4 are nearly tied; 6% errors swap them.</a:t>
            </a:r>
          </a:p>
        </p:txBody>
      </p:sp>
      <p:sp>
        <p:nvSpPr>
          <p:cNvPr id="14" name="Rectangle 13"/>
          <p:cNvSpPr/>
          <p:nvPr/>
        </p:nvSpPr>
        <p:spPr>
          <a:xfrm>
            <a:off x="4242816" y="5394960"/>
            <a:ext cx="3639312" cy="658368"/>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79976" y="5440680"/>
            <a:ext cx="1737360" cy="566928"/>
          </a:xfrm>
          <a:prstGeom prst="rect">
            <a:avLst/>
          </a:prstGeom>
          <a:noFill/>
        </p:spPr>
        <p:txBody>
          <a:bodyPr wrap="square" lIns="0" tIns="0" rIns="0" bIns="0" anchor="t">
            <a:spAutoFit/>
          </a:bodyPr>
          <a:lstStyle/>
          <a:p>
            <a:pPr algn="l">
              <a:spcAft>
                <a:spcPts val="600"/>
              </a:spcAft>
            </a:pPr>
            <a:r>
              <a:rPr sz="1100" b="0">
                <a:solidFill>
                  <a:srgbClr val="555B6E"/>
                </a:solidFill>
                <a:latin typeface="Segoe UI"/>
              </a:rPr>
              <a:t>Mean abs. error</a:t>
            </a:r>
          </a:p>
          <a:p>
            <a:pPr algn="l">
              <a:spcAft>
                <a:spcPts val="600"/>
              </a:spcAft>
            </a:pPr>
            <a:r>
              <a:rPr sz="1800" b="1">
                <a:solidFill>
                  <a:srgbClr val="181C62"/>
                </a:solidFill>
                <a:latin typeface="Segoe UI"/>
              </a:rPr>
              <a:t>20 kWh</a:t>
            </a:r>
          </a:p>
        </p:txBody>
      </p:sp>
      <p:sp>
        <p:nvSpPr>
          <p:cNvPr id="16" name="TextBox 15"/>
          <p:cNvSpPr txBox="1"/>
          <p:nvPr/>
        </p:nvSpPr>
        <p:spPr>
          <a:xfrm>
            <a:off x="6163056" y="5440680"/>
            <a:ext cx="1645920" cy="566928"/>
          </a:xfrm>
          <a:prstGeom prst="rect">
            <a:avLst/>
          </a:prstGeom>
          <a:noFill/>
        </p:spPr>
        <p:txBody>
          <a:bodyPr wrap="square" lIns="0" tIns="0" rIns="0" bIns="0" anchor="t">
            <a:spAutoFit/>
          </a:bodyPr>
          <a:lstStyle/>
          <a:p>
            <a:pPr algn="l">
              <a:spcAft>
                <a:spcPts val="600"/>
              </a:spcAft>
            </a:pPr>
            <a:r>
              <a:rPr sz="1100" b="0">
                <a:solidFill>
                  <a:srgbClr val="555B6E"/>
                </a:solidFill>
                <a:latin typeface="Segoe UI"/>
              </a:rPr>
              <a:t>Regret</a:t>
            </a:r>
          </a:p>
          <a:p>
            <a:pPr algn="l">
              <a:spcAft>
                <a:spcPts val="600"/>
              </a:spcAft>
            </a:pPr>
            <a:r>
              <a:rPr sz="1800" b="1">
                <a:solidFill>
                  <a:srgbClr val="C138A0"/>
                </a:solidFill>
                <a:latin typeface="Segoe UI"/>
              </a:rPr>
              <a:t>0.9%</a:t>
            </a:r>
          </a:p>
        </p:txBody>
      </p:sp>
      <p:sp>
        <p:nvSpPr>
          <p:cNvPr id="17" name="TextBox 16"/>
          <p:cNvSpPr txBox="1"/>
          <p:nvPr/>
        </p:nvSpPr>
        <p:spPr>
          <a:xfrm>
            <a:off x="8065008" y="1965960"/>
            <a:ext cx="3639312" cy="594360"/>
          </a:xfrm>
          <a:prstGeom prst="rect">
            <a:avLst/>
          </a:prstGeom>
          <a:noFill/>
        </p:spPr>
        <p:txBody>
          <a:bodyPr wrap="square" lIns="0" tIns="0" rIns="0" bIns="0" anchor="t">
            <a:spAutoFit/>
          </a:bodyPr>
          <a:lstStyle/>
          <a:p>
            <a:pPr algn="l">
              <a:spcAft>
                <a:spcPts val="600"/>
              </a:spcAft>
            </a:pPr>
            <a:r>
              <a:rPr sz="1500" b="1">
                <a:solidFill>
                  <a:srgbClr val="181C62"/>
                </a:solidFill>
                <a:latin typeface="Segoe UI"/>
              </a:rPr>
              <a:t>C. All predictions 20% too low</a:t>
            </a:r>
          </a:p>
        </p:txBody>
      </p:sp>
      <p:graphicFrame>
        <p:nvGraphicFramePr>
          <p:cNvPr id="18" name="Table 17"/>
          <p:cNvGraphicFramePr>
            <a:graphicFrameLocks noGrp="1"/>
          </p:cNvGraphicFramePr>
          <p:nvPr/>
        </p:nvGraphicFramePr>
        <p:xfrm>
          <a:off x="8065008" y="2606040"/>
          <a:ext cx="3639312" cy="1975104"/>
        </p:xfrm>
        <a:graphic>
          <a:graphicData uri="http://schemas.openxmlformats.org/drawingml/2006/table">
            <a:tbl>
              <a:tblPr firstRow="1"/>
              <a:tblGrid>
                <a:gridCol w="5486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261872">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329184">
                <a:tc>
                  <a:txBody>
                    <a:bodyPr/>
                    <a:lstStyle/>
                    <a:p>
                      <a:pPr algn="l"/>
                      <a:endParaRPr/>
                    </a:p>
                  </a:txBody>
                  <a:tcPr marL="73152" marR="73152" marT="27432" marB="27432" anchor="ctr">
                    <a:solidFill>
                      <a:srgbClr val="181C62"/>
                    </a:solidFill>
                  </a:tcPr>
                </a:tc>
                <a:tc>
                  <a:txBody>
                    <a:bodyPr/>
                    <a:lstStyle/>
                    <a:p>
                      <a:pPr algn="ctr"/>
                      <a:r>
                        <a:rPr sz="1300" b="1">
                          <a:solidFill>
                            <a:srgbClr val="FFFFFF"/>
                          </a:solidFill>
                          <a:latin typeface="Segoe UI"/>
                        </a:rPr>
                        <a:t>True kWh</a:t>
                      </a:r>
                    </a:p>
                  </a:txBody>
                  <a:tcPr marL="73152" marR="73152" marT="27432" marB="27432" anchor="ctr">
                    <a:solidFill>
                      <a:srgbClr val="181C62"/>
                    </a:solidFill>
                  </a:tcPr>
                </a:tc>
                <a:tc>
                  <a:txBody>
                    <a:bodyPr/>
                    <a:lstStyle/>
                    <a:p>
                      <a:pPr algn="ctr"/>
                      <a:r>
                        <a:rPr sz="1300" b="1">
                          <a:solidFill>
                            <a:srgbClr val="FFFFFF"/>
                          </a:solidFill>
                          <a:latin typeface="Segoe UI"/>
                        </a:rPr>
                        <a:t>Predicted kWh</a:t>
                      </a:r>
                    </a:p>
                  </a:txBody>
                  <a:tcPr marL="73152" marR="73152" marT="27432" marB="27432" anchor="ctr">
                    <a:solidFill>
                      <a:srgbClr val="181C62"/>
                    </a:solidFill>
                  </a:tcPr>
                </a:tc>
                <a:tc>
                  <a:txBody>
                    <a:bodyPr/>
                    <a:lstStyle/>
                    <a:p>
                      <a:pPr algn="ctr"/>
                      <a:r>
                        <a:rPr sz="1300" b="1">
                          <a:solidFill>
                            <a:srgbClr val="FFFFFF"/>
                          </a:solidFill>
                          <a:latin typeface="Segoe UI"/>
                        </a:rPr>
                        <a:t>Funded</a:t>
                      </a:r>
                    </a:p>
                  </a:txBody>
                  <a:tcPr marL="73152" marR="73152" marT="27432" marB="27432" anchor="ctr">
                    <a:solidFill>
                      <a:srgbClr val="181C62"/>
                    </a:solidFill>
                  </a:tcPr>
                </a:tc>
                <a:extLst>
                  <a:ext uri="{0D108BD9-81ED-4DB2-BD59-A6C34878D82A}">
                    <a16:rowId xmlns:a16="http://schemas.microsoft.com/office/drawing/2014/main" val="10000"/>
                  </a:ext>
                </a:extLst>
              </a:tr>
              <a:tr h="329184">
                <a:tc>
                  <a:txBody>
                    <a:bodyPr/>
                    <a:lstStyle/>
                    <a:p>
                      <a:pPr algn="l"/>
                      <a:r>
                        <a:rPr sz="1300" b="0">
                          <a:solidFill>
                            <a:srgbClr val="1A1D2E"/>
                          </a:solidFill>
                          <a:latin typeface="Segoe UI"/>
                        </a:rPr>
                        <a:t>B1</a:t>
                      </a:r>
                    </a:p>
                  </a:txBody>
                  <a:tcPr marL="73152" marR="73152" marT="27432" marB="27432" anchor="ctr">
                    <a:solidFill>
                      <a:srgbClr val="FFFFFF"/>
                    </a:solidFill>
                  </a:tcPr>
                </a:tc>
                <a:tc>
                  <a:txBody>
                    <a:bodyPr/>
                    <a:lstStyle/>
                    <a:p>
                      <a:pPr algn="ctr"/>
                      <a:r>
                        <a:rPr sz="1300" b="0">
                          <a:solidFill>
                            <a:srgbClr val="1A1D2E"/>
                          </a:solidFill>
                          <a:latin typeface="Segoe UI"/>
                        </a:rPr>
                        <a:t>900</a:t>
                      </a:r>
                    </a:p>
                  </a:txBody>
                  <a:tcPr marL="73152" marR="73152" marT="27432" marB="27432" anchor="ctr">
                    <a:solidFill>
                      <a:srgbClr val="FFFFFF"/>
                    </a:solidFill>
                  </a:tcPr>
                </a:tc>
                <a:tc>
                  <a:txBody>
                    <a:bodyPr/>
                    <a:lstStyle/>
                    <a:p>
                      <a:pPr algn="ctr"/>
                      <a:r>
                        <a:rPr sz="1300" b="0">
                          <a:solidFill>
                            <a:srgbClr val="1A1D2E"/>
                          </a:solidFill>
                          <a:latin typeface="Segoe UI"/>
                        </a:rPr>
                        <a:t>720</a:t>
                      </a:r>
                    </a:p>
                  </a:txBody>
                  <a:tcPr marL="73152" marR="73152" marT="27432" marB="27432" anchor="ctr">
                    <a:solidFill>
                      <a:srgbClr val="FFFFFF"/>
                    </a:solidFill>
                  </a:tcPr>
                </a:tc>
                <a:tc>
                  <a:txBody>
                    <a:bodyPr/>
                    <a:lstStyle/>
                    <a:p>
                      <a:pPr algn="ctr"/>
                      <a:r>
                        <a:rPr sz="1300" b="0">
                          <a:solidFill>
                            <a:srgbClr val="1A1D2E"/>
                          </a:solidFill>
                          <a:latin typeface="Segoe UI"/>
                        </a:rPr>
                        <a:t>yes</a:t>
                      </a:r>
                    </a:p>
                  </a:txBody>
                  <a:tcPr marL="73152" marR="73152"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300" b="0">
                          <a:solidFill>
                            <a:srgbClr val="1A1D2E"/>
                          </a:solidFill>
                          <a:latin typeface="Segoe UI"/>
                        </a:rPr>
                        <a:t>B2</a:t>
                      </a:r>
                    </a:p>
                  </a:txBody>
                  <a:tcPr marL="73152" marR="73152" marT="27432" marB="27432" anchor="ctr">
                    <a:solidFill>
                      <a:srgbClr val="EEF2F8"/>
                    </a:solidFill>
                  </a:tcPr>
                </a:tc>
                <a:tc>
                  <a:txBody>
                    <a:bodyPr/>
                    <a:lstStyle/>
                    <a:p>
                      <a:pPr algn="ctr"/>
                      <a:r>
                        <a:rPr sz="1300" b="0">
                          <a:solidFill>
                            <a:srgbClr val="1A1D2E"/>
                          </a:solidFill>
                          <a:latin typeface="Segoe UI"/>
                        </a:rPr>
                        <a:t>750</a:t>
                      </a:r>
                    </a:p>
                  </a:txBody>
                  <a:tcPr marL="73152" marR="73152" marT="27432" marB="27432" anchor="ctr">
                    <a:solidFill>
                      <a:srgbClr val="EEF2F8"/>
                    </a:solidFill>
                  </a:tcPr>
                </a:tc>
                <a:tc>
                  <a:txBody>
                    <a:bodyPr/>
                    <a:lstStyle/>
                    <a:p>
                      <a:pPr algn="ctr"/>
                      <a:r>
                        <a:rPr sz="1300" b="0">
                          <a:solidFill>
                            <a:srgbClr val="1A1D2E"/>
                          </a:solidFill>
                          <a:latin typeface="Segoe UI"/>
                        </a:rPr>
                        <a:t>600</a:t>
                      </a:r>
                    </a:p>
                  </a:txBody>
                  <a:tcPr marL="73152" marR="73152" marT="27432" marB="27432" anchor="ctr">
                    <a:solidFill>
                      <a:srgbClr val="EEF2F8"/>
                    </a:solidFill>
                  </a:tcPr>
                </a:tc>
                <a:tc>
                  <a:txBody>
                    <a:bodyPr/>
                    <a:lstStyle/>
                    <a:p>
                      <a:pPr algn="ctr"/>
                      <a:r>
                        <a:rPr sz="1300" b="0">
                          <a:solidFill>
                            <a:srgbClr val="1A1D2E"/>
                          </a:solidFill>
                          <a:latin typeface="Segoe UI"/>
                        </a:rPr>
                        <a:t>yes</a:t>
                      </a:r>
                    </a:p>
                  </a:txBody>
                  <a:tcPr marL="73152" marR="73152" marT="27432" marB="27432" anchor="ctr">
                    <a:solidFill>
                      <a:srgbClr val="EEF2F8"/>
                    </a:solidFill>
                  </a:tcPr>
                </a:tc>
                <a:extLst>
                  <a:ext uri="{0D108BD9-81ED-4DB2-BD59-A6C34878D82A}">
                    <a16:rowId xmlns:a16="http://schemas.microsoft.com/office/drawing/2014/main" val="10002"/>
                  </a:ext>
                </a:extLst>
              </a:tr>
              <a:tr h="329184">
                <a:tc>
                  <a:txBody>
                    <a:bodyPr/>
                    <a:lstStyle/>
                    <a:p>
                      <a:pPr algn="l"/>
                      <a:r>
                        <a:rPr sz="1300" b="0">
                          <a:solidFill>
                            <a:srgbClr val="1A1D2E"/>
                          </a:solidFill>
                          <a:latin typeface="Segoe UI"/>
                        </a:rPr>
                        <a:t>B3</a:t>
                      </a:r>
                    </a:p>
                  </a:txBody>
                  <a:tcPr marL="73152" marR="73152" marT="27432" marB="27432" anchor="ctr">
                    <a:solidFill>
                      <a:srgbClr val="FFFFFF"/>
                    </a:solidFill>
                  </a:tcPr>
                </a:tc>
                <a:tc>
                  <a:txBody>
                    <a:bodyPr/>
                    <a:lstStyle/>
                    <a:p>
                      <a:pPr algn="ctr"/>
                      <a:r>
                        <a:rPr sz="1300" b="0">
                          <a:solidFill>
                            <a:srgbClr val="1A1D2E"/>
                          </a:solidFill>
                          <a:latin typeface="Segoe UI"/>
                        </a:rPr>
                        <a:t>520</a:t>
                      </a:r>
                    </a:p>
                  </a:txBody>
                  <a:tcPr marL="73152" marR="73152" marT="27432" marB="27432" anchor="ctr">
                    <a:solidFill>
                      <a:srgbClr val="FFFFFF"/>
                    </a:solidFill>
                  </a:tcPr>
                </a:tc>
                <a:tc>
                  <a:txBody>
                    <a:bodyPr/>
                    <a:lstStyle/>
                    <a:p>
                      <a:pPr algn="ctr"/>
                      <a:r>
                        <a:rPr sz="1300" b="0">
                          <a:solidFill>
                            <a:srgbClr val="1A1D2E"/>
                          </a:solidFill>
                          <a:latin typeface="Segoe UI"/>
                        </a:rPr>
                        <a:t>416</a:t>
                      </a:r>
                    </a:p>
                  </a:txBody>
                  <a:tcPr marL="73152" marR="73152" marT="27432" marB="27432" anchor="ctr">
                    <a:solidFill>
                      <a:srgbClr val="FFFFFF"/>
                    </a:solidFill>
                  </a:tcPr>
                </a:tc>
                <a:tc>
                  <a:txBody>
                    <a:bodyPr/>
                    <a:lstStyle/>
                    <a:p>
                      <a:pPr algn="ctr"/>
                      <a:r>
                        <a:rPr sz="1300" b="0">
                          <a:solidFill>
                            <a:srgbClr val="1A1D2E"/>
                          </a:solidFill>
                          <a:latin typeface="Segoe UI"/>
                        </a:rPr>
                        <a:t>yes</a:t>
                      </a:r>
                    </a:p>
                  </a:txBody>
                  <a:tcPr marL="73152" marR="73152" marT="27432" marB="27432" anchor="ctr">
                    <a:solidFill>
                      <a:srgbClr val="FFFFFF"/>
                    </a:solidFill>
                  </a:tcPr>
                </a:tc>
                <a:extLst>
                  <a:ext uri="{0D108BD9-81ED-4DB2-BD59-A6C34878D82A}">
                    <a16:rowId xmlns:a16="http://schemas.microsoft.com/office/drawing/2014/main" val="10003"/>
                  </a:ext>
                </a:extLst>
              </a:tr>
              <a:tr h="329184">
                <a:tc>
                  <a:txBody>
                    <a:bodyPr/>
                    <a:lstStyle/>
                    <a:p>
                      <a:pPr algn="l"/>
                      <a:r>
                        <a:rPr sz="1300" b="0">
                          <a:solidFill>
                            <a:srgbClr val="1A1D2E"/>
                          </a:solidFill>
                          <a:latin typeface="Segoe UI"/>
                        </a:rPr>
                        <a:t>B4</a:t>
                      </a:r>
                    </a:p>
                  </a:txBody>
                  <a:tcPr marL="73152" marR="73152" marT="27432" marB="27432" anchor="ctr">
                    <a:solidFill>
                      <a:srgbClr val="EEF2F8"/>
                    </a:solidFill>
                  </a:tcPr>
                </a:tc>
                <a:tc>
                  <a:txBody>
                    <a:bodyPr/>
                    <a:lstStyle/>
                    <a:p>
                      <a:pPr algn="ctr"/>
                      <a:r>
                        <a:rPr sz="1300" b="0">
                          <a:solidFill>
                            <a:srgbClr val="1A1D2E"/>
                          </a:solidFill>
                          <a:latin typeface="Segoe UI"/>
                        </a:rPr>
                        <a:t>500</a:t>
                      </a:r>
                    </a:p>
                  </a:txBody>
                  <a:tcPr marL="73152" marR="73152" marT="27432" marB="27432" anchor="ctr">
                    <a:solidFill>
                      <a:srgbClr val="EEF2F8"/>
                    </a:solidFill>
                  </a:tcPr>
                </a:tc>
                <a:tc>
                  <a:txBody>
                    <a:bodyPr/>
                    <a:lstStyle/>
                    <a:p>
                      <a:pPr algn="ctr"/>
                      <a:r>
                        <a:rPr sz="1300" b="0">
                          <a:solidFill>
                            <a:srgbClr val="1A1D2E"/>
                          </a:solidFill>
                          <a:latin typeface="Segoe UI"/>
                        </a:rPr>
                        <a:t>400</a:t>
                      </a:r>
                    </a:p>
                  </a:txBody>
                  <a:tcPr marL="73152" marR="73152" marT="27432" marB="27432" anchor="ctr">
                    <a:solidFill>
                      <a:srgbClr val="EEF2F8"/>
                    </a:solidFill>
                  </a:tcPr>
                </a:tc>
                <a:tc>
                  <a:txBody>
                    <a:bodyPr/>
                    <a:lstStyle/>
                    <a:p>
                      <a:pPr algn="ctr"/>
                      <a:r>
                        <a:rPr sz="1300" b="0">
                          <a:solidFill>
                            <a:srgbClr val="1A1D2E"/>
                          </a:solidFill>
                          <a:latin typeface="Segoe UI"/>
                        </a:rPr>
                        <a:t>no</a:t>
                      </a:r>
                    </a:p>
                  </a:txBody>
                  <a:tcPr marL="73152" marR="73152" marT="27432" marB="27432" anchor="ctr">
                    <a:solidFill>
                      <a:srgbClr val="EEF2F8"/>
                    </a:solidFill>
                  </a:tcPr>
                </a:tc>
                <a:extLst>
                  <a:ext uri="{0D108BD9-81ED-4DB2-BD59-A6C34878D82A}">
                    <a16:rowId xmlns:a16="http://schemas.microsoft.com/office/drawing/2014/main" val="10004"/>
                  </a:ext>
                </a:extLst>
              </a:tr>
              <a:tr h="329184">
                <a:tc>
                  <a:txBody>
                    <a:bodyPr/>
                    <a:lstStyle/>
                    <a:p>
                      <a:pPr algn="l"/>
                      <a:r>
                        <a:rPr sz="1300" b="0">
                          <a:solidFill>
                            <a:srgbClr val="1A1D2E"/>
                          </a:solidFill>
                          <a:latin typeface="Segoe UI"/>
                        </a:rPr>
                        <a:t>B5</a:t>
                      </a:r>
                    </a:p>
                  </a:txBody>
                  <a:tcPr marL="73152" marR="73152" marT="27432" marB="27432" anchor="ctr">
                    <a:solidFill>
                      <a:srgbClr val="FFFFFF"/>
                    </a:solidFill>
                  </a:tcPr>
                </a:tc>
                <a:tc>
                  <a:txBody>
                    <a:bodyPr/>
                    <a:lstStyle/>
                    <a:p>
                      <a:pPr algn="ctr"/>
                      <a:r>
                        <a:rPr sz="1300" b="0">
                          <a:solidFill>
                            <a:srgbClr val="1A1D2E"/>
                          </a:solidFill>
                          <a:latin typeface="Segoe UI"/>
                        </a:rPr>
                        <a:t>300</a:t>
                      </a:r>
                    </a:p>
                  </a:txBody>
                  <a:tcPr marL="73152" marR="73152" marT="27432" marB="27432" anchor="ctr">
                    <a:solidFill>
                      <a:srgbClr val="FFFFFF"/>
                    </a:solidFill>
                  </a:tcPr>
                </a:tc>
                <a:tc>
                  <a:txBody>
                    <a:bodyPr/>
                    <a:lstStyle/>
                    <a:p>
                      <a:pPr algn="ctr"/>
                      <a:r>
                        <a:rPr sz="1300" b="0">
                          <a:solidFill>
                            <a:srgbClr val="1A1D2E"/>
                          </a:solidFill>
                          <a:latin typeface="Segoe UI"/>
                        </a:rPr>
                        <a:t>240</a:t>
                      </a:r>
                    </a:p>
                  </a:txBody>
                  <a:tcPr marL="73152" marR="73152" marT="27432" marB="27432" anchor="ctr">
                    <a:solidFill>
                      <a:srgbClr val="FFFFFF"/>
                    </a:solidFill>
                  </a:tcPr>
                </a:tc>
                <a:tc>
                  <a:txBody>
                    <a:bodyPr/>
                    <a:lstStyle/>
                    <a:p>
                      <a:pPr algn="ctr"/>
                      <a:r>
                        <a:rPr sz="1300" b="0">
                          <a:solidFill>
                            <a:srgbClr val="1A1D2E"/>
                          </a:solidFill>
                          <a:latin typeface="Segoe UI"/>
                        </a:rPr>
                        <a:t>no</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9" name="TextBox 18"/>
          <p:cNvSpPr txBox="1"/>
          <p:nvPr/>
        </p:nvSpPr>
        <p:spPr>
          <a:xfrm>
            <a:off x="8065008" y="4864608"/>
            <a:ext cx="3639312" cy="457200"/>
          </a:xfrm>
          <a:prstGeom prst="rect">
            <a:avLst/>
          </a:prstGeom>
          <a:noFill/>
        </p:spPr>
        <p:txBody>
          <a:bodyPr wrap="square" lIns="0" tIns="0" rIns="0" bIns="0" anchor="t">
            <a:spAutoFit/>
          </a:bodyPr>
          <a:lstStyle/>
          <a:p>
            <a:pPr algn="l">
              <a:spcAft>
                <a:spcPts val="600"/>
              </a:spcAft>
            </a:pPr>
            <a:r>
              <a:rPr sz="1300" b="0">
                <a:solidFill>
                  <a:srgbClr val="555B6E"/>
                </a:solidFill>
                <a:latin typeface="Segoe UI"/>
              </a:rPr>
              <a:t>All kWh savings shrink, the order stays.</a:t>
            </a:r>
          </a:p>
        </p:txBody>
      </p:sp>
      <p:sp>
        <p:nvSpPr>
          <p:cNvPr id="20" name="Rectangle 19"/>
          <p:cNvSpPr/>
          <p:nvPr/>
        </p:nvSpPr>
        <p:spPr>
          <a:xfrm>
            <a:off x="8065008" y="5394960"/>
            <a:ext cx="3639312" cy="658368"/>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5440680"/>
            <a:ext cx="1737360" cy="566928"/>
          </a:xfrm>
          <a:prstGeom prst="rect">
            <a:avLst/>
          </a:prstGeom>
          <a:noFill/>
        </p:spPr>
        <p:txBody>
          <a:bodyPr wrap="square" lIns="0" tIns="0" rIns="0" bIns="0" anchor="t">
            <a:spAutoFit/>
          </a:bodyPr>
          <a:lstStyle/>
          <a:p>
            <a:pPr algn="l">
              <a:spcAft>
                <a:spcPts val="600"/>
              </a:spcAft>
            </a:pPr>
            <a:r>
              <a:rPr sz="1100" b="0">
                <a:solidFill>
                  <a:srgbClr val="555B6E"/>
                </a:solidFill>
                <a:latin typeface="Segoe UI"/>
              </a:rPr>
              <a:t>Mean abs. error</a:t>
            </a:r>
          </a:p>
          <a:p>
            <a:pPr algn="l">
              <a:spcAft>
                <a:spcPts val="600"/>
              </a:spcAft>
            </a:pPr>
            <a:r>
              <a:rPr sz="1800" b="1">
                <a:solidFill>
                  <a:srgbClr val="181C62"/>
                </a:solidFill>
                <a:latin typeface="Segoe UI"/>
              </a:rPr>
              <a:t>119 kWh</a:t>
            </a:r>
          </a:p>
        </p:txBody>
      </p:sp>
      <p:sp>
        <p:nvSpPr>
          <p:cNvPr id="22" name="TextBox 21"/>
          <p:cNvSpPr txBox="1"/>
          <p:nvPr/>
        </p:nvSpPr>
        <p:spPr>
          <a:xfrm>
            <a:off x="9985248" y="5440680"/>
            <a:ext cx="1645920" cy="566928"/>
          </a:xfrm>
          <a:prstGeom prst="rect">
            <a:avLst/>
          </a:prstGeom>
          <a:noFill/>
        </p:spPr>
        <p:txBody>
          <a:bodyPr wrap="square" lIns="0" tIns="0" rIns="0" bIns="0" anchor="t">
            <a:spAutoFit/>
          </a:bodyPr>
          <a:lstStyle/>
          <a:p>
            <a:pPr algn="l">
              <a:spcAft>
                <a:spcPts val="600"/>
              </a:spcAft>
            </a:pPr>
            <a:r>
              <a:rPr sz="1100" b="0">
                <a:solidFill>
                  <a:srgbClr val="555B6E"/>
                </a:solidFill>
                <a:latin typeface="Segoe UI"/>
              </a:rPr>
              <a:t>Regret</a:t>
            </a:r>
          </a:p>
          <a:p>
            <a:pPr algn="l">
              <a:spcAft>
                <a:spcPts val="600"/>
              </a:spcAft>
            </a:pPr>
            <a:r>
              <a:rPr sz="1800" b="1">
                <a:solidFill>
                  <a:srgbClr val="181C62"/>
                </a:solidFill>
                <a:latin typeface="Segoe UI"/>
              </a:rPr>
              <a:t>0.0%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Why regret stays small: only near-ties at the cut can swap</a:t>
            </a:r>
          </a:p>
        </p:txBody>
      </p:sp>
      <p:sp>
        <p:nvSpPr>
          <p:cNvPr id="4" name="Slide Number Placeholder 3"/>
          <p:cNvSpPr>
            <a:spLocks noGrp="1"/>
          </p:cNvSpPr>
          <p:nvPr>
            <p:ph type="sldNum" sz="quarter" idx="12"/>
          </p:nvPr>
        </p:nvSpPr>
        <p:spPr/>
        <p:txBody>
          <a:bodyPr/>
          <a:lstStyle/>
          <a:p>
            <a:fld id="{B6F15528-21DE-4FAA-801E-634DDDAF4B2B}" type="slidenum">
              <a:t>5</a:t>
            </a:fld>
            <a:endParaRPr/>
          </a:p>
        </p:txBody>
      </p:sp>
      <p:sp>
        <p:nvSpPr>
          <p:cNvPr id="5" name="Rectangle 4"/>
          <p:cNvSpPr/>
          <p:nvPr/>
        </p:nvSpPr>
        <p:spPr>
          <a:xfrm>
            <a:off x="731520" y="3304184"/>
            <a:ext cx="6217920" cy="338328"/>
          </a:xfrm>
          <a:prstGeom prst="rect">
            <a:avLst/>
          </a:prstGeom>
          <a:solidFill>
            <a:srgbClr val="F7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77824" y="2272284"/>
            <a:ext cx="393191" cy="3214116"/>
          </a:xfrm>
          <a:prstGeom prst="rect">
            <a:avLst/>
          </a:prstGeom>
          <a:solidFill>
            <a:srgbClr val="23A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380744" y="2509113"/>
            <a:ext cx="393191" cy="2977286"/>
          </a:xfrm>
          <a:prstGeom prst="rect">
            <a:avLst/>
          </a:prstGeom>
          <a:solidFill>
            <a:srgbClr val="23A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883664" y="2779775"/>
            <a:ext cx="393191" cy="2706624"/>
          </a:xfrm>
          <a:prstGeom prst="rect">
            <a:avLst/>
          </a:prstGeom>
          <a:solidFill>
            <a:srgbClr val="23A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386584" y="3050438"/>
            <a:ext cx="393191" cy="2435961"/>
          </a:xfrm>
          <a:prstGeom prst="rect">
            <a:avLst/>
          </a:prstGeom>
          <a:solidFill>
            <a:srgbClr val="23A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889503" y="3253435"/>
            <a:ext cx="393191" cy="2232964"/>
          </a:xfrm>
          <a:prstGeom prst="rect">
            <a:avLst/>
          </a:prstGeom>
          <a:solidFill>
            <a:srgbClr val="23A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92423" y="3422599"/>
            <a:ext cx="393191" cy="2063800"/>
          </a:xfrm>
          <a:prstGeom prst="rect">
            <a:avLst/>
          </a:prstGeom>
          <a:solidFill>
            <a:srgbClr val="C13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895344" y="3524097"/>
            <a:ext cx="393191" cy="1962302"/>
          </a:xfrm>
          <a:prstGeom prst="rect">
            <a:avLst/>
          </a:prstGeom>
          <a:solidFill>
            <a:srgbClr val="C13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98264" y="3727094"/>
            <a:ext cx="393191" cy="1759305"/>
          </a:xfrm>
          <a:prstGeom prst="rect">
            <a:avLst/>
          </a:prstGeom>
          <a:solidFill>
            <a:srgbClr val="B9B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901183" y="3963924"/>
            <a:ext cx="393191" cy="1522476"/>
          </a:xfrm>
          <a:prstGeom prst="rect">
            <a:avLst/>
          </a:prstGeom>
          <a:solidFill>
            <a:srgbClr val="B9B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04103" y="4234586"/>
            <a:ext cx="393191" cy="1251813"/>
          </a:xfrm>
          <a:prstGeom prst="rect">
            <a:avLst/>
          </a:prstGeom>
          <a:solidFill>
            <a:srgbClr val="B9B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07023" y="4471416"/>
            <a:ext cx="393191" cy="1014984"/>
          </a:xfrm>
          <a:prstGeom prst="rect">
            <a:avLst/>
          </a:prstGeom>
          <a:solidFill>
            <a:srgbClr val="B9B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9943" y="4742078"/>
            <a:ext cx="393191" cy="744321"/>
          </a:xfrm>
          <a:prstGeom prst="rect">
            <a:avLst/>
          </a:prstGeom>
          <a:solidFill>
            <a:srgbClr val="B9B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822960" y="5486400"/>
            <a:ext cx="6035040" cy="0"/>
          </a:xfrm>
          <a:prstGeom prst="line">
            <a:avLst/>
          </a:prstGeom>
          <a:ln w="12700">
            <a:solidFill>
              <a:srgbClr val="555B6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840480" y="2011679"/>
            <a:ext cx="0" cy="3474721"/>
          </a:xfrm>
          <a:prstGeom prst="line">
            <a:avLst/>
          </a:prstGeom>
          <a:ln w="25400">
            <a:solidFill>
              <a:srgbClr val="181C62"/>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377440" y="1691639"/>
            <a:ext cx="1371600" cy="274320"/>
          </a:xfrm>
          <a:prstGeom prst="rect">
            <a:avLst/>
          </a:prstGeom>
          <a:noFill/>
        </p:spPr>
        <p:txBody>
          <a:bodyPr wrap="square" lIns="0" tIns="0" rIns="0" bIns="0" anchor="t">
            <a:spAutoFit/>
          </a:bodyPr>
          <a:lstStyle/>
          <a:p>
            <a:pPr algn="r">
              <a:spcAft>
                <a:spcPts val="600"/>
              </a:spcAft>
            </a:pPr>
            <a:r>
              <a:rPr sz="1200" b="0">
                <a:solidFill>
                  <a:srgbClr val="181C62"/>
                </a:solidFill>
                <a:latin typeface="Segoe UI"/>
              </a:rPr>
              <a:t>funded</a:t>
            </a:r>
          </a:p>
        </p:txBody>
      </p:sp>
      <p:sp>
        <p:nvSpPr>
          <p:cNvPr id="21" name="TextBox 20"/>
          <p:cNvSpPr txBox="1"/>
          <p:nvPr/>
        </p:nvSpPr>
        <p:spPr>
          <a:xfrm>
            <a:off x="3931920" y="1691639"/>
            <a:ext cx="1463040" cy="274320"/>
          </a:xfrm>
          <a:prstGeom prst="rect">
            <a:avLst/>
          </a:prstGeom>
          <a:noFill/>
        </p:spPr>
        <p:txBody>
          <a:bodyPr wrap="square" lIns="0" tIns="0" rIns="0" bIns="0" anchor="t">
            <a:spAutoFit/>
          </a:bodyPr>
          <a:lstStyle/>
          <a:p>
            <a:pPr algn="l">
              <a:spcAft>
                <a:spcPts val="600"/>
              </a:spcAft>
            </a:pPr>
            <a:r>
              <a:rPr sz="1200" b="0">
                <a:solidFill>
                  <a:srgbClr val="181C62"/>
                </a:solidFill>
                <a:latin typeface="Segoe UI"/>
              </a:rPr>
              <a:t>not funded</a:t>
            </a:r>
          </a:p>
        </p:txBody>
      </p:sp>
      <p:sp>
        <p:nvSpPr>
          <p:cNvPr id="22" name="TextBox 21"/>
          <p:cNvSpPr txBox="1"/>
          <p:nvPr/>
        </p:nvSpPr>
        <p:spPr>
          <a:xfrm>
            <a:off x="822960" y="5577840"/>
            <a:ext cx="6035040" cy="274320"/>
          </a:xfrm>
          <a:prstGeom prst="rect">
            <a:avLst/>
          </a:prstGeom>
          <a:noFill/>
        </p:spPr>
        <p:txBody>
          <a:bodyPr wrap="square" lIns="0" tIns="0" rIns="0" bIns="0" anchor="t">
            <a:spAutoFit/>
          </a:bodyPr>
          <a:lstStyle/>
          <a:p>
            <a:pPr algn="ctr">
              <a:spcAft>
                <a:spcPts val="600"/>
              </a:spcAft>
            </a:pPr>
            <a:r>
              <a:rPr sz="1200" b="0">
                <a:solidFill>
                  <a:srgbClr val="555B6E"/>
                </a:solidFill>
                <a:latin typeface="Segoe UI"/>
              </a:rPr>
              <a:t>12 buildings with equal costs, sorted by true kWh savings; the budget funds 6</a:t>
            </a:r>
          </a:p>
        </p:txBody>
      </p:sp>
      <p:sp>
        <p:nvSpPr>
          <p:cNvPr id="23" name="TextBox 22"/>
          <p:cNvSpPr txBox="1"/>
          <p:nvPr/>
        </p:nvSpPr>
        <p:spPr>
          <a:xfrm>
            <a:off x="4754880" y="3011576"/>
            <a:ext cx="2194560" cy="274320"/>
          </a:xfrm>
          <a:prstGeom prst="rect">
            <a:avLst/>
          </a:prstGeom>
          <a:noFill/>
        </p:spPr>
        <p:txBody>
          <a:bodyPr wrap="square" lIns="0" tIns="0" rIns="0" bIns="0" anchor="t">
            <a:spAutoFit/>
          </a:bodyPr>
          <a:lstStyle/>
          <a:p>
            <a:pPr algn="r">
              <a:spcAft>
                <a:spcPts val="600"/>
              </a:spcAft>
            </a:pPr>
            <a:r>
              <a:rPr sz="1200" b="0">
                <a:solidFill>
                  <a:srgbClr val="C138A0"/>
                </a:solidFill>
                <a:latin typeface="Segoe UI"/>
              </a:rPr>
              <a:t>cut ± prediction error</a:t>
            </a:r>
          </a:p>
        </p:txBody>
      </p:sp>
      <p:sp>
        <p:nvSpPr>
          <p:cNvPr id="24" name="TextBox 23"/>
          <p:cNvSpPr txBox="1"/>
          <p:nvPr/>
        </p:nvSpPr>
        <p:spPr>
          <a:xfrm>
            <a:off x="7406640" y="2103120"/>
            <a:ext cx="4361688" cy="3657600"/>
          </a:xfrm>
          <a:prstGeom prst="rect">
            <a:avLst/>
          </a:prstGeom>
          <a:noFill/>
        </p:spPr>
        <p:txBody>
          <a:bodyPr wrap="square" lIns="0" tIns="0" rIns="0" bIns="0" anchor="t">
            <a:spAutoFit/>
          </a:bodyPr>
          <a:lstStyle/>
          <a:p>
            <a:pPr algn="l">
              <a:spcAft>
                <a:spcPts val="600"/>
              </a:spcAft>
            </a:pPr>
            <a:r>
              <a:rPr sz="1500" b="1">
                <a:solidFill>
                  <a:srgbClr val="181C62"/>
                </a:solidFill>
                <a:latin typeface="Segoe UI"/>
              </a:rPr>
              <a:t>1  A wrong swap costs the true gap </a:t>
            </a:r>
            <a:r>
              <a:rPr sz="1500" b="0">
                <a:solidFill>
                  <a:srgbClr val="555B6E"/>
                </a:solidFill>
                <a:latin typeface="Segoe UI"/>
              </a:rPr>
              <a:t>between the two buildings, not the size of the error.</a:t>
            </a:r>
          </a:p>
          <a:p>
            <a:pPr algn="l">
              <a:spcAft>
                <a:spcPts val="600"/>
              </a:spcAft>
            </a:pPr>
            <a:r>
              <a:rPr sz="1500" b="1">
                <a:solidFill>
                  <a:srgbClr val="181C62"/>
                </a:solidFill>
                <a:latin typeface="Segoe UI"/>
              </a:rPr>
              <a:t>2  A swap is only possible inside the band: </a:t>
            </a:r>
            <a:r>
              <a:rPr sz="1500" b="0">
                <a:solidFill>
                  <a:srgbClr val="555B6E"/>
                </a:solidFill>
                <a:latin typeface="Segoe UI"/>
              </a:rPr>
              <a:t>buildings whose true kWh savings are within about one error of the cut. Here only 2 of 12 (magenta), gap 30 kWh.</a:t>
            </a:r>
          </a:p>
          <a:p>
            <a:pPr algn="l">
              <a:spcAft>
                <a:spcPts val="600"/>
              </a:spcAft>
            </a:pPr>
            <a:r>
              <a:rPr sz="1500" b="1">
                <a:solidFill>
                  <a:srgbClr val="181C62"/>
                </a:solidFill>
                <a:latin typeface="Segoe UI"/>
              </a:rPr>
              <a:t>3  So a 10 to 20% error can give under 1% regret: </a:t>
            </a:r>
            <a:r>
              <a:rPr sz="1500" b="0">
                <a:solidFill>
                  <a:srgbClr val="555B6E"/>
                </a:solidFill>
                <a:latin typeface="Segoe UI"/>
              </a:rPr>
              <a:t>few buildings sit near the cut, and each swap is cheap.</a:t>
            </a:r>
          </a:p>
        </p:txBody>
      </p:sp>
      <p:sp>
        <p:nvSpPr>
          <p:cNvPr id="25" name="TextBox 24"/>
          <p:cNvSpPr txBox="1"/>
          <p:nvPr/>
        </p:nvSpPr>
        <p:spPr>
          <a:xfrm>
            <a:off x="420624" y="5897880"/>
            <a:ext cx="11338560" cy="365760"/>
          </a:xfrm>
          <a:prstGeom prst="rect">
            <a:avLst/>
          </a:prstGeom>
          <a:noFill/>
        </p:spPr>
        <p:txBody>
          <a:bodyPr wrap="square" lIns="0" tIns="0" rIns="0" bIns="0" anchor="t">
            <a:spAutoFit/>
          </a:bodyPr>
          <a:lstStyle/>
          <a:p>
            <a:pPr algn="l">
              <a:spcAft>
                <a:spcPts val="600"/>
              </a:spcAft>
            </a:pPr>
            <a:r>
              <a:rPr sz="1100" b="0">
                <a:solidFill>
                  <a:srgbClr val="555B6E"/>
                </a:solidFill>
                <a:latin typeface="Segoe UI"/>
              </a:rPr>
              <a:t>Elmachtoub &amp; Grigas (arXiv v5, p. 13); Hu, Kallus &amp; Mao (arXiv v3, Thm 8, App. A.5): under a margin condition regret shrinks like error^(1+α), squared for α = 1 (our reading).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Budget or target: what decides when you stop funding?</a:t>
            </a:r>
          </a:p>
        </p:txBody>
      </p:sp>
      <p:sp>
        <p:nvSpPr>
          <p:cNvPr id="4" name="Slide Number Placeholder 3"/>
          <p:cNvSpPr>
            <a:spLocks noGrp="1"/>
          </p:cNvSpPr>
          <p:nvPr>
            <p:ph type="sldNum" sz="quarter" idx="12"/>
          </p:nvPr>
        </p:nvSpPr>
        <p:spPr/>
        <p:txBody>
          <a:bodyPr/>
          <a:lstStyle/>
          <a:p>
            <a:fld id="{B6F15528-21DE-4FAA-801E-634DDDAF4B2B}" type="slidenum">
              <a:t>6</a:t>
            </a:fld>
            <a:endParaRPr/>
          </a:p>
        </p:txBody>
      </p:sp>
      <p:sp>
        <p:nvSpPr>
          <p:cNvPr id="5" name="Rectangle 4"/>
          <p:cNvSpPr/>
          <p:nvPr/>
        </p:nvSpPr>
        <p:spPr>
          <a:xfrm>
            <a:off x="420624" y="1965960"/>
            <a:ext cx="5577840" cy="2926080"/>
          </a:xfrm>
          <a:prstGeom prst="rect">
            <a:avLst/>
          </a:prstGeom>
          <a:solidFill>
            <a:srgbClr val="FFFFFF"/>
          </a:solidFill>
          <a:ln w="12700">
            <a:solidFill>
              <a:srgbClr val="181C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9224" y="2103120"/>
            <a:ext cx="5120640" cy="411480"/>
          </a:xfrm>
          <a:prstGeom prst="rect">
            <a:avLst/>
          </a:prstGeom>
          <a:noFill/>
        </p:spPr>
        <p:txBody>
          <a:bodyPr wrap="square" lIns="0" tIns="0" rIns="0" bIns="0" anchor="t">
            <a:spAutoFit/>
          </a:bodyPr>
          <a:lstStyle/>
          <a:p>
            <a:pPr algn="l">
              <a:spcAft>
                <a:spcPts val="600"/>
              </a:spcAft>
            </a:pPr>
            <a:r>
              <a:rPr sz="1900" b="1">
                <a:solidFill>
                  <a:srgbClr val="181C62"/>
                </a:solidFill>
                <a:latin typeface="Segoe UI"/>
              </a:rPr>
              <a:t>Budget: max kWh savings, cost ≤ B</a:t>
            </a:r>
          </a:p>
        </p:txBody>
      </p:sp>
      <p:sp>
        <p:nvSpPr>
          <p:cNvPr id="7" name="TextBox 6"/>
          <p:cNvSpPr txBox="1"/>
          <p:nvPr/>
        </p:nvSpPr>
        <p:spPr>
          <a:xfrm>
            <a:off x="649224" y="2606040"/>
            <a:ext cx="5120640" cy="1645920"/>
          </a:xfrm>
          <a:prstGeom prst="rect">
            <a:avLst/>
          </a:prstGeom>
          <a:noFill/>
        </p:spPr>
        <p:txBody>
          <a:bodyPr wrap="square" lIns="0" tIns="0" rIns="0" bIns="0" anchor="t">
            <a:spAutoFit/>
          </a:bodyPr>
          <a:lstStyle/>
          <a:p>
            <a:pPr algn="l">
              <a:spcAft>
                <a:spcPts val="600"/>
              </a:spcAft>
            </a:pPr>
            <a:r>
              <a:rPr sz="1500" b="0">
                <a:solidFill>
                  <a:srgbClr val="555B6E"/>
                </a:solidFill>
                <a:latin typeface="Segoe UI"/>
              </a:rPr>
              <a:t>You stop when the </a:t>
            </a:r>
            <a:r>
              <a:rPr sz="1500" b="1">
                <a:solidFill>
                  <a:srgbClr val="181C62"/>
                </a:solidFill>
                <a:latin typeface="Segoe UI"/>
              </a:rPr>
              <a:t>money</a:t>
            </a:r>
            <a:r>
              <a:rPr sz="1500" b="0">
                <a:solidFill>
                  <a:srgbClr val="555B6E"/>
                </a:solidFill>
                <a:latin typeface="Segoe UI"/>
              </a:rPr>
              <a:t> runs out. Costs are known exactly.</a:t>
            </a:r>
          </a:p>
          <a:p>
            <a:pPr algn="l">
              <a:spcAft>
                <a:spcPts val="600"/>
              </a:spcAft>
            </a:pPr>
            <a:r>
              <a:rPr sz="1500" b="0">
                <a:solidFill>
                  <a:srgbClr val="555B6E"/>
                </a:solidFill>
                <a:latin typeface="Segoe UI"/>
              </a:rPr>
              <a:t>Predictions only decide </a:t>
            </a:r>
            <a:r>
              <a:rPr sz="1500" b="1">
                <a:solidFill>
                  <a:srgbClr val="181C62"/>
                </a:solidFill>
                <a:latin typeface="Segoe UI"/>
              </a:rPr>
              <a:t>which</a:t>
            </a:r>
            <a:r>
              <a:rPr sz="1500" b="0">
                <a:solidFill>
                  <a:srgbClr val="555B6E"/>
                </a:solidFill>
                <a:latin typeface="Segoe UI"/>
              </a:rPr>
              <a:t> buildings come first.</a:t>
            </a:r>
          </a:p>
          <a:p>
            <a:pPr algn="l">
              <a:spcAft>
                <a:spcPts val="600"/>
              </a:spcAft>
            </a:pPr>
            <a:r>
              <a:rPr sz="1500" b="0">
                <a:solidFill>
                  <a:srgbClr val="555B6E"/>
                </a:solidFill>
                <a:latin typeface="Segoe UI"/>
              </a:rPr>
              <a:t>All predictions 20% too low: same order, the money runs out at the same point, same plan.</a:t>
            </a:r>
          </a:p>
        </p:txBody>
      </p:sp>
      <p:sp>
        <p:nvSpPr>
          <p:cNvPr id="8" name="Rectangle 7"/>
          <p:cNvSpPr/>
          <p:nvPr/>
        </p:nvSpPr>
        <p:spPr>
          <a:xfrm>
            <a:off x="649224" y="4297680"/>
            <a:ext cx="5120640" cy="438912"/>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 y="4297680"/>
            <a:ext cx="5120640" cy="438912"/>
          </a:xfrm>
          <a:prstGeom prst="rect">
            <a:avLst/>
          </a:prstGeom>
          <a:noFill/>
        </p:spPr>
        <p:txBody>
          <a:bodyPr wrap="square" lIns="0" tIns="0" rIns="0" bIns="0" anchor="ctr">
            <a:spAutoFit/>
          </a:bodyPr>
          <a:lstStyle/>
          <a:p>
            <a:pPr algn="ctr">
              <a:spcAft>
                <a:spcPts val="600"/>
              </a:spcAft>
            </a:pPr>
            <a:r>
              <a:rPr sz="1500" b="1">
                <a:solidFill>
                  <a:srgbClr val="181C62"/>
                </a:solidFill>
                <a:latin typeface="Segoe UI"/>
              </a:rPr>
              <a:t>A shared error cancels</a:t>
            </a:r>
          </a:p>
        </p:txBody>
      </p:sp>
      <p:sp>
        <p:nvSpPr>
          <p:cNvPr id="10" name="Rectangle 9"/>
          <p:cNvSpPr/>
          <p:nvPr/>
        </p:nvSpPr>
        <p:spPr>
          <a:xfrm>
            <a:off x="6181344" y="1965960"/>
            <a:ext cx="5577840" cy="2926080"/>
          </a:xfrm>
          <a:prstGeom prst="rect">
            <a:avLst/>
          </a:prstGeom>
          <a:solidFill>
            <a:srgbClr val="FFFFFF"/>
          </a:solidFill>
          <a:ln w="12700">
            <a:solidFill>
              <a:srgbClr val="C13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9944" y="2103120"/>
            <a:ext cx="5120640" cy="411480"/>
          </a:xfrm>
          <a:prstGeom prst="rect">
            <a:avLst/>
          </a:prstGeom>
          <a:noFill/>
        </p:spPr>
        <p:txBody>
          <a:bodyPr wrap="square" lIns="0" tIns="0" rIns="0" bIns="0" anchor="t">
            <a:spAutoFit/>
          </a:bodyPr>
          <a:lstStyle/>
          <a:p>
            <a:pPr algn="l">
              <a:spcAft>
                <a:spcPts val="600"/>
              </a:spcAft>
            </a:pPr>
            <a:r>
              <a:rPr sz="1900" b="1">
                <a:solidFill>
                  <a:srgbClr val="C138A0"/>
                </a:solidFill>
                <a:latin typeface="Segoe UI"/>
              </a:rPr>
              <a:t>Target: min cost, kWh savings ≥ S</a:t>
            </a:r>
          </a:p>
        </p:txBody>
      </p:sp>
      <p:sp>
        <p:nvSpPr>
          <p:cNvPr id="12" name="TextBox 11"/>
          <p:cNvSpPr txBox="1"/>
          <p:nvPr/>
        </p:nvSpPr>
        <p:spPr>
          <a:xfrm>
            <a:off x="6409944" y="2606040"/>
            <a:ext cx="5120640" cy="1645920"/>
          </a:xfrm>
          <a:prstGeom prst="rect">
            <a:avLst/>
          </a:prstGeom>
          <a:noFill/>
        </p:spPr>
        <p:txBody>
          <a:bodyPr wrap="square" lIns="0" tIns="0" rIns="0" bIns="0" anchor="t">
            <a:spAutoFit/>
          </a:bodyPr>
          <a:lstStyle/>
          <a:p>
            <a:pPr algn="l">
              <a:spcAft>
                <a:spcPts val="600"/>
              </a:spcAft>
            </a:pPr>
            <a:r>
              <a:rPr sz="1500" b="0">
                <a:solidFill>
                  <a:srgbClr val="555B6E"/>
                </a:solidFill>
                <a:latin typeface="Segoe UI"/>
              </a:rPr>
              <a:t>You stop when the </a:t>
            </a:r>
            <a:r>
              <a:rPr sz="1500" b="1">
                <a:solidFill>
                  <a:srgbClr val="C138A0"/>
                </a:solidFill>
                <a:latin typeface="Segoe UI"/>
              </a:rPr>
              <a:t>predicted kWh savings</a:t>
            </a:r>
            <a:r>
              <a:rPr sz="1500" b="0">
                <a:solidFill>
                  <a:srgbClr val="555B6E"/>
                </a:solidFill>
                <a:latin typeface="Segoe UI"/>
              </a:rPr>
              <a:t> add up to S.</a:t>
            </a:r>
          </a:p>
          <a:p>
            <a:pPr algn="l">
              <a:spcAft>
                <a:spcPts val="600"/>
              </a:spcAft>
            </a:pPr>
            <a:r>
              <a:rPr sz="1500" b="0">
                <a:solidFill>
                  <a:srgbClr val="555B6E"/>
                </a:solidFill>
                <a:latin typeface="Segoe UI"/>
              </a:rPr>
              <a:t>Predictions decide which buildings </a:t>
            </a:r>
            <a:r>
              <a:rPr sz="1500" b="1">
                <a:solidFill>
                  <a:srgbClr val="C138A0"/>
                </a:solidFill>
                <a:latin typeface="Segoe UI"/>
              </a:rPr>
              <a:t>and how many</a:t>
            </a:r>
            <a:r>
              <a:rPr sz="1500" b="0">
                <a:solidFill>
                  <a:srgbClr val="555B6E"/>
                </a:solidFill>
                <a:latin typeface="Segoe UI"/>
              </a:rPr>
              <a:t>.</a:t>
            </a:r>
          </a:p>
          <a:p>
            <a:pPr algn="l">
              <a:spcAft>
                <a:spcPts val="600"/>
              </a:spcAft>
            </a:pPr>
            <a:r>
              <a:rPr sz="1500" b="0">
                <a:solidFill>
                  <a:srgbClr val="555B6E"/>
                </a:solidFill>
                <a:latin typeface="Segoe UI"/>
              </a:rPr>
              <a:t>20% too low: the total grows too slowly, you fund too many and overspend. 20% too high: you stop too early and miss S.</a:t>
            </a:r>
          </a:p>
        </p:txBody>
      </p:sp>
      <p:sp>
        <p:nvSpPr>
          <p:cNvPr id="13" name="Rectangle 12"/>
          <p:cNvSpPr/>
          <p:nvPr/>
        </p:nvSpPr>
        <p:spPr>
          <a:xfrm>
            <a:off x="6409944" y="4297680"/>
            <a:ext cx="5120640" cy="438912"/>
          </a:xfrm>
          <a:prstGeom prst="rect">
            <a:avLst/>
          </a:prstGeom>
          <a:solidFill>
            <a:srgbClr val="F7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9944" y="4297680"/>
            <a:ext cx="5120640" cy="438912"/>
          </a:xfrm>
          <a:prstGeom prst="rect">
            <a:avLst/>
          </a:prstGeom>
          <a:noFill/>
        </p:spPr>
        <p:txBody>
          <a:bodyPr wrap="square" lIns="0" tIns="0" rIns="0" bIns="0" anchor="ctr">
            <a:spAutoFit/>
          </a:bodyPr>
          <a:lstStyle/>
          <a:p>
            <a:pPr algn="ctr">
              <a:spcAft>
                <a:spcPts val="600"/>
              </a:spcAft>
            </a:pPr>
            <a:r>
              <a:rPr sz="1500" b="1">
                <a:solidFill>
                  <a:srgbClr val="C138A0"/>
                </a:solidFill>
                <a:latin typeface="Segoe UI"/>
              </a:rPr>
              <a:t>The kWh levels must be right</a:t>
            </a:r>
          </a:p>
        </p:txBody>
      </p:sp>
      <p:sp>
        <p:nvSpPr>
          <p:cNvPr id="15" name="Rectangle 14"/>
          <p:cNvSpPr/>
          <p:nvPr/>
        </p:nvSpPr>
        <p:spPr>
          <a:xfrm>
            <a:off x="420624" y="5074920"/>
            <a:ext cx="11338560" cy="7315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5120640"/>
            <a:ext cx="10881360" cy="640080"/>
          </a:xfrm>
          <a:prstGeom prst="rect">
            <a:avLst/>
          </a:prstGeom>
          <a:noFill/>
        </p:spPr>
        <p:txBody>
          <a:bodyPr wrap="square" lIns="0" tIns="0" rIns="0" bIns="0" anchor="ctr">
            <a:spAutoFit/>
          </a:bodyPr>
          <a:lstStyle/>
          <a:p>
            <a:pPr algn="l">
              <a:spcAft>
                <a:spcPts val="600"/>
              </a:spcAft>
            </a:pPr>
            <a:r>
              <a:rPr sz="1400" b="1">
                <a:solidFill>
                  <a:srgbClr val="181C62"/>
                </a:solidFill>
                <a:latin typeface="Segoe UI"/>
              </a:rPr>
              <a:t>Like a kitchen scale that reads 20% low. </a:t>
            </a:r>
            <a:r>
              <a:rPr sz="1400" b="0">
                <a:solidFill>
                  <a:srgbClr val="555B6E"/>
                </a:solidFill>
                <a:latin typeface="Segoe UI"/>
              </a:rPr>
              <a:t>"Spend 10 € on the best apples": the scale does not matter, you stop when the money is gone. "Buy 1 kg of apples": you buy too many, because you stop when the scale says 1 kg.</a:t>
            </a:r>
          </a:p>
        </p:txBody>
      </p:sp>
      <p:sp>
        <p:nvSpPr>
          <p:cNvPr id="17" name="TextBox 16"/>
          <p:cNvSpPr txBox="1"/>
          <p:nvPr/>
        </p:nvSpPr>
        <p:spPr>
          <a:xfrm>
            <a:off x="420624" y="5943600"/>
            <a:ext cx="11338560" cy="274320"/>
          </a:xfrm>
          <a:prstGeom prst="rect">
            <a:avLst/>
          </a:prstGeom>
          <a:noFill/>
        </p:spPr>
        <p:txBody>
          <a:bodyPr wrap="square" lIns="0" tIns="0" rIns="0" bIns="0" anchor="t">
            <a:spAutoFit/>
          </a:bodyPr>
          <a:lstStyle/>
          <a:p>
            <a:pPr algn="l">
              <a:spcAft>
                <a:spcPts val="600"/>
              </a:spcAft>
            </a:pPr>
            <a:r>
              <a:rPr sz="1100" b="0">
                <a:solidFill>
                  <a:srgbClr val="555B6E"/>
                </a:solidFill>
                <a:latin typeface="Segoe UI"/>
              </a:rPr>
              <a:t>Our reasoning; same logic as the threshold case (fund if the kWh savings are worth more than the cost) in Fernández-Loría &amp; Provost 2022 (JMLR), Section 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Outcome or effect: when ranking by outcome is enough</a:t>
            </a:r>
          </a:p>
        </p:txBody>
      </p:sp>
      <p:sp>
        <p:nvSpPr>
          <p:cNvPr id="4" name="Slide Number Placeholder 3"/>
          <p:cNvSpPr>
            <a:spLocks noGrp="1"/>
          </p:cNvSpPr>
          <p:nvPr>
            <p:ph type="sldNum" sz="quarter" idx="12"/>
          </p:nvPr>
        </p:nvSpPr>
        <p:spPr/>
        <p:txBody>
          <a:bodyPr/>
          <a:lstStyle/>
          <a:p>
            <a:fld id="{B6F15528-21DE-4FAA-801E-634DDDAF4B2B}" type="slidenum">
              <a:t>7</a:t>
            </a:fld>
            <a:endParaRPr/>
          </a:p>
        </p:txBody>
      </p:sp>
      <p:sp>
        <p:nvSpPr>
          <p:cNvPr id="5" name="Rectangle 4"/>
          <p:cNvSpPr/>
          <p:nvPr/>
        </p:nvSpPr>
        <p:spPr>
          <a:xfrm>
            <a:off x="420624" y="2011680"/>
            <a:ext cx="5394960" cy="11887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3504" y="2103120"/>
            <a:ext cx="5029200" cy="1051560"/>
          </a:xfrm>
          <a:prstGeom prst="rect">
            <a:avLst/>
          </a:prstGeom>
          <a:noFill/>
        </p:spPr>
        <p:txBody>
          <a:bodyPr wrap="square" lIns="0" tIns="0" rIns="0" bIns="0" anchor="t">
            <a:spAutoFit/>
          </a:bodyPr>
          <a:lstStyle/>
          <a:p>
            <a:pPr algn="l">
              <a:spcAft>
                <a:spcPts val="600"/>
              </a:spcAft>
            </a:pPr>
            <a:r>
              <a:rPr sz="1700" b="1">
                <a:solidFill>
                  <a:srgbClr val="181C62"/>
                </a:solidFill>
                <a:latin typeface="Segoe UI"/>
              </a:rPr>
              <a:t>Outcome  </a:t>
            </a:r>
          </a:p>
          <a:p>
            <a:pPr algn="l">
              <a:spcAft>
                <a:spcPts val="600"/>
              </a:spcAft>
            </a:pPr>
            <a:r>
              <a:rPr sz="1400" b="0">
                <a:solidFill>
                  <a:srgbClr val="555B6E"/>
                </a:solidFill>
                <a:latin typeface="Segoe UI"/>
              </a:rPr>
              <a:t>What you observe for a building, e.g. 150 kWh/m² per year, under the treatment it actually got.</a:t>
            </a:r>
          </a:p>
        </p:txBody>
      </p:sp>
      <p:sp>
        <p:nvSpPr>
          <p:cNvPr id="7" name="Rectangle 6"/>
          <p:cNvSpPr/>
          <p:nvPr/>
        </p:nvSpPr>
        <p:spPr>
          <a:xfrm>
            <a:off x="420624" y="3337560"/>
            <a:ext cx="5394960" cy="118872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3504" y="3429000"/>
            <a:ext cx="5029200" cy="1051560"/>
          </a:xfrm>
          <a:prstGeom prst="rect">
            <a:avLst/>
          </a:prstGeom>
          <a:noFill/>
        </p:spPr>
        <p:txBody>
          <a:bodyPr wrap="square" lIns="0" tIns="0" rIns="0" bIns="0" anchor="t">
            <a:spAutoFit/>
          </a:bodyPr>
          <a:lstStyle/>
          <a:p>
            <a:pPr algn="l">
              <a:spcAft>
                <a:spcPts val="600"/>
              </a:spcAft>
            </a:pPr>
            <a:r>
              <a:rPr sz="1700" b="1">
                <a:solidFill>
                  <a:srgbClr val="181C62"/>
                </a:solidFill>
                <a:latin typeface="Segoe UI"/>
              </a:rPr>
              <a:t>Treatment effect  </a:t>
            </a:r>
          </a:p>
          <a:p>
            <a:pPr algn="l">
              <a:spcAft>
                <a:spcPts val="600"/>
              </a:spcAft>
            </a:pPr>
            <a:r>
              <a:rPr sz="1400" b="0">
                <a:solidFill>
                  <a:srgbClr val="555B6E"/>
                </a:solidFill>
                <a:latin typeface="Segoe UI"/>
              </a:rPr>
              <a:t>kWh savings of the retrofit, same building: without minus with, 150 − 110 = 40 kWh/m². Never observed, so harder to estimate.</a:t>
            </a:r>
          </a:p>
        </p:txBody>
      </p:sp>
      <p:sp>
        <p:nvSpPr>
          <p:cNvPr id="9" name="TextBox 8"/>
          <p:cNvSpPr txBox="1"/>
          <p:nvPr/>
        </p:nvSpPr>
        <p:spPr>
          <a:xfrm>
            <a:off x="420624" y="4709160"/>
            <a:ext cx="5394960" cy="1097280"/>
          </a:xfrm>
          <a:prstGeom prst="rect">
            <a:avLst/>
          </a:prstGeom>
          <a:noFill/>
        </p:spPr>
        <p:txBody>
          <a:bodyPr wrap="square" lIns="0" tIns="0" rIns="0" bIns="0" anchor="t">
            <a:spAutoFit/>
          </a:bodyPr>
          <a:lstStyle/>
          <a:p>
            <a:pPr algn="l">
              <a:spcAft>
                <a:spcPts val="600"/>
              </a:spcAft>
            </a:pPr>
            <a:r>
              <a:rPr sz="1400" b="1">
                <a:solidFill>
                  <a:srgbClr val="181C62"/>
                </a:solidFill>
                <a:latin typeface="Segoe UI"/>
              </a:rPr>
              <a:t>Budget (fund the top k): </a:t>
            </a:r>
            <a:r>
              <a:rPr sz="1400" b="0">
                <a:solidFill>
                  <a:srgbClr val="555B6E"/>
                </a:solidFill>
                <a:latin typeface="Segoe UI"/>
              </a:rPr>
              <a:t>only the order matters, so ranking by outcome works if outcome and effect are correlated.</a:t>
            </a:r>
          </a:p>
          <a:p>
            <a:pPr algn="l">
              <a:spcAft>
                <a:spcPts val="600"/>
              </a:spcAft>
            </a:pPr>
            <a:r>
              <a:rPr sz="1400" b="1">
                <a:solidFill>
                  <a:srgbClr val="C138A0"/>
                </a:solidFill>
                <a:latin typeface="Segoe UI"/>
              </a:rPr>
              <a:t>Threshold (fund if the kWh savings are worth more than the cost): </a:t>
            </a:r>
            <a:r>
              <a:rPr sz="1400" b="0">
                <a:solidFill>
                  <a:srgbClr val="555B6E"/>
                </a:solidFill>
                <a:latin typeface="Segoe UI"/>
              </a:rPr>
              <a:t>levels matter.</a:t>
            </a:r>
          </a:p>
        </p:txBody>
      </p:sp>
      <p:graphicFrame>
        <p:nvGraphicFramePr>
          <p:cNvPr id="10" name="Chart 9"/>
          <p:cNvGraphicFramePr>
            <a:graphicFrameLocks noGrp="1"/>
          </p:cNvGraphicFramePr>
          <p:nvPr/>
        </p:nvGraphicFramePr>
        <p:xfrm>
          <a:off x="6172200" y="1920240"/>
          <a:ext cx="55778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6172200" y="5532120"/>
            <a:ext cx="5577840" cy="274320"/>
          </a:xfrm>
          <a:prstGeom prst="rect">
            <a:avLst/>
          </a:prstGeom>
          <a:noFill/>
        </p:spPr>
        <p:txBody>
          <a:bodyPr wrap="square" lIns="0" tIns="0" rIns="0" bIns="0" anchor="t">
            <a:spAutoFit/>
          </a:bodyPr>
          <a:lstStyle/>
          <a:p>
            <a:pPr algn="ctr">
              <a:spcAft>
                <a:spcPts val="600"/>
              </a:spcAft>
            </a:pPr>
            <a:r>
              <a:rPr sz="1100" b="0">
                <a:solidFill>
                  <a:srgbClr val="555B6E"/>
                </a:solidFill>
                <a:latin typeface="Segoe UI"/>
              </a:rPr>
              <a:t>Illustration, invented data: high users have the largest kWh savings.</a:t>
            </a:r>
          </a:p>
        </p:txBody>
      </p:sp>
      <p:sp>
        <p:nvSpPr>
          <p:cNvPr id="12" name="TextBox 11"/>
          <p:cNvSpPr txBox="1"/>
          <p:nvPr/>
        </p:nvSpPr>
        <p:spPr>
          <a:xfrm>
            <a:off x="420624" y="5989320"/>
            <a:ext cx="11338560" cy="274320"/>
          </a:xfrm>
          <a:prstGeom prst="rect">
            <a:avLst/>
          </a:prstGeom>
          <a:noFill/>
        </p:spPr>
        <p:txBody>
          <a:bodyPr wrap="square" lIns="0" tIns="0" rIns="0" bIns="0" anchor="t">
            <a:spAutoFit/>
          </a:bodyPr>
          <a:lstStyle/>
          <a:p>
            <a:pPr algn="l">
              <a:spcAft>
                <a:spcPts val="600"/>
              </a:spcAft>
            </a:pPr>
            <a:r>
              <a:rPr sz="1100" b="0">
                <a:solidFill>
                  <a:srgbClr val="555B6E"/>
                </a:solidFill>
                <a:latin typeface="Segoe UI"/>
              </a:rPr>
              <a:t>Fernández-Loría &amp; Provost 2022, JMLR 23, Sections 7 and 8: top-k targeting corrects the outcome model's bias automatically; finding positive effects would need the size of the bias.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ext Placeholder 1"/>
          <p:cNvSpPr>
            <a:spLocks noGrp="1"/>
          </p:cNvSpPr>
          <p:nvPr>
            <p:ph type="body" orient="vert" idx="1"/>
          </p:nvPr>
        </p:nvSpPr>
        <p:spPr/>
        <p:txBody>
          <a:bodyPr/>
          <a:lstStyle/>
          <a:p>
            <a:pPr>
              <a:spcAft>
                <a:spcPts val="800"/>
              </a:spcAft>
            </a:pPr>
            <a:r>
              <a:rPr sz="1400"/>
              <a:t>Elmachtoub, A. N., &amp; Grigas, P. (2020). Smart "Predict, then Optimize". arXiv:1710.08005v5.</a:t>
            </a:r>
          </a:p>
          <a:p>
            <a:pPr>
              <a:spcAft>
                <a:spcPts val="800"/>
              </a:spcAft>
            </a:pPr>
            <a:r>
              <a:rPr sz="1400"/>
              <a:t>Fernández-Loría, C., &amp; Provost, F. (2022). Causal classification: Treatment effect estimation vs. outcome prediction. Journal of Machine Learning Research, 23, 1-35.</a:t>
            </a:r>
          </a:p>
          <a:p>
            <a:pPr>
              <a:spcAft>
                <a:spcPts val="800"/>
              </a:spcAft>
            </a:pPr>
            <a:r>
              <a:rPr sz="1400"/>
              <a:t>Fernández-Loría, C., &amp; Provost, F. (2022). Causal decision making and causal effect estimation are not the same... and why it matters. INFORMS Journal on Data Science, 1(1), 4-16.</a:t>
            </a:r>
          </a:p>
          <a:p>
            <a:pPr>
              <a:spcAft>
                <a:spcPts val="800"/>
              </a:spcAft>
            </a:pPr>
            <a:r>
              <a:rPr sz="1400"/>
              <a:t>Hu, Y., Kallus, N., &amp; Mao, X. (2021). Fast rates for contextual linear optimization. arXiv:2011.03030v3.</a:t>
            </a:r>
          </a:p>
          <a:p>
            <a:pPr>
              <a:spcAft>
                <a:spcPts val="800"/>
              </a:spcAft>
            </a:pPr>
            <a:r>
              <a:rPr sz="1400"/>
              <a:t>Mandi, J., Kotary, J., Berden, S., Mulamba, M., Bucarey, V., Guns, T., &amp; Fioretto, F. (2024). Decision-focused learning: Foundations, state of the art, benchmark and future opportunities. Journal of Artificial Intelligence Research, 81, 1623-1701.</a:t>
            </a:r>
          </a:p>
        </p:txBody>
      </p:sp>
      <p:sp>
        <p:nvSpPr>
          <p:cNvPr id="3" name="Slide Number Placeholder 2"/>
          <p:cNvSpPr>
            <a:spLocks noGrp="1"/>
          </p:cNvSpPr>
          <p:nvPr>
            <p:ph type="sldNum" sz="quarter" idx="12"/>
          </p:nvPr>
        </p:nvSpPr>
        <p:spPr/>
        <p:txBody>
          <a:bodyPr/>
          <a:lstStyle/>
          <a:p>
            <a:fld id="{B6F15528-21DE-4FAA-801E-634DDDAF4B2B}" type="slidenum">
              <a:t>8</a:t>
            </a:fld>
            <a:endParaRPr/>
          </a:p>
        </p:txBody>
      </p:sp>
    </p:spTree>
  </p:cSld>
  <p:clrMapOvr>
    <a:masterClrMapping/>
  </p:clrMapOvr>
</p:sld>
</file>

<file path=ppt/theme/theme1.xml><?xml version="1.0" encoding="utf-8"?>
<a:theme xmlns:a="http://schemas.openxmlformats.org/drawingml/2006/main" name="UNIVERSITÄT PADERBORN PowerPoint Master">
  <a:themeElements>
    <a:clrScheme name="UNIVERSITÄT PADERBORN">
      <a:dk1>
        <a:sysClr val="windowText" lastClr="000000"/>
      </a:dk1>
      <a:lt1>
        <a:sysClr val="window" lastClr="FFFFFF"/>
      </a:lt1>
      <a:dk2>
        <a:srgbClr val="0025AA"/>
      </a:dk2>
      <a:lt2>
        <a:srgbClr val="8B8DB0"/>
      </a:lt2>
      <a:accent1>
        <a:srgbClr val="C138A0"/>
      </a:accent1>
      <a:accent2>
        <a:srgbClr val="0A75C4"/>
      </a:accent2>
      <a:accent3>
        <a:srgbClr val="181C62"/>
      </a:accent3>
      <a:accent4>
        <a:srgbClr val="23A9C9"/>
      </a:accent4>
      <a:accent5>
        <a:srgbClr val="7E3FA8"/>
      </a:accent5>
      <a:accent6>
        <a:srgbClr val="50D1D1"/>
      </a:accent6>
      <a:hlink>
        <a:srgbClr val="5F5F5F"/>
      </a:hlink>
      <a:folHlink>
        <a:srgbClr val="5F5F5F"/>
      </a:folHlink>
    </a:clrScheme>
    <a:fontScheme name="UNIVERSITÄT PADERBORN">
      <a:majorFont>
        <a:latin typeface="Segoe UI Light"/>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prstGeom prst="rect">
          <a:avLst/>
        </a:prstGeom>
        <a:ln>
          <a:noFill/>
        </a:ln>
      </a:spPr>
      <a:body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a:themeElements>
    <a:clrScheme name="UNIVERSITÄT PADERBORN">
      <a:dk1>
        <a:sysClr val="windowText" lastClr="000000"/>
      </a:dk1>
      <a:lt1>
        <a:sysClr val="window" lastClr="FFFFFF"/>
      </a:lt1>
      <a:dk2>
        <a:srgbClr val="0025AA"/>
      </a:dk2>
      <a:lt2>
        <a:srgbClr val="8B8DB0"/>
      </a:lt2>
      <a:accent1>
        <a:srgbClr val="C138A0"/>
      </a:accent1>
      <a:accent2>
        <a:srgbClr val="0A75C4"/>
      </a:accent2>
      <a:accent3>
        <a:srgbClr val="181C62"/>
      </a:accent3>
      <a:accent4>
        <a:srgbClr val="23A9C9"/>
      </a:accent4>
      <a:accent5>
        <a:srgbClr val="7E3FA8"/>
      </a:accent5>
      <a:accent6>
        <a:srgbClr val="50D1D1"/>
      </a:accent6>
      <a:hlink>
        <a:srgbClr val="5F5F5F"/>
      </a:hlink>
      <a:folHlink>
        <a:srgbClr val="5F5F5F"/>
      </a:folHlink>
    </a:clrScheme>
    <a:fontScheme name="UNIVERSITÄT PADERBORN">
      <a:majorFont>
        <a:latin typeface="Segoe UI Light"/>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UNIVERSITÄT PADERBORN PowerPoint Master</Template>
  <TotalTime>659</TotalTime>
  <Words>1694</Words>
  <Application>Microsoft Macintosh PowerPoint</Application>
  <DocSecurity>0</DocSecurity>
  <PresentationFormat>Widescreen</PresentationFormat>
  <Paragraphs>222</Paragraphs>
  <Slides>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Cambria Math</vt:lpstr>
      <vt:lpstr>Segoe UI</vt:lpstr>
      <vt:lpstr>Segoe UI Light</vt:lpstr>
      <vt:lpstr>Wingdings 2</vt:lpstr>
      <vt:lpstr>UNIVERSITÄT PADERBORN PowerPoint Master</vt:lpstr>
      <vt:lpstr>Estimation error is not decision loss</vt:lpstr>
      <vt:lpstr>The allocation problem is a knapsack problem</vt:lpstr>
      <vt:lpstr>Worked example: prediction, plan and regret</vt:lpstr>
      <vt:lpstr>Lower prediction error does not mean lower regret</vt:lpstr>
      <vt:lpstr>Why regret stays small: only near-ties at the cut can swap</vt:lpstr>
      <vt:lpstr>Budget or target: what decides when you stop funding?</vt:lpstr>
      <vt:lpstr>Outcome or effect: when ranking by outcome is enough</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„Machine Learning Projects“</dc:title>
  <dc:subject/>
  <dc:creator>Oliver Müller</dc:creator>
  <cp:keywords/>
  <dc:description/>
  <cp:lastModifiedBy>David Zapata Gonzalez</cp:lastModifiedBy>
  <cp:revision>947</cp:revision>
  <dcterms:created xsi:type="dcterms:W3CDTF">2023-08-09T13:29:38Z</dcterms:created>
  <dcterms:modified xsi:type="dcterms:W3CDTF">2026-10-30T08:38:35Z</dcterms:modified>
  <cp:category/>
  <dc:identifier/>
  <cp:contentStatus/>
  <dc:language/>
  <cp:version/>
</cp:coreProperties>
</file>